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embedTrueTypeFonts="1" strictFirstAndLastChars="0" autoCompressPictures="0" saveSubsetFonts="1">
  <p:sldMasterIdLst>
    <p:sldMasterId r:id="rId4" id="2147483655"/>
  </p:sldMasterIdLst>
  <p:notesMasterIdLst>
    <p:notesMasterId r:id="rId5"/>
  </p:notesMasterIdLst>
  <p:sldIdLst>
    <p:sldId r:id="rId6" id="256"/>
    <p:sldId r:id="rId7" id="257"/>
    <p:sldId r:id="rId8" id="258"/>
    <p:sldId r:id="rId9" id="259"/>
    <p:sldId r:id="rId10" id="260"/>
    <p:sldId r:id="rId11" id="261"/>
    <p:sldId r:id="rId12" id="262"/>
    <p:sldId r:id="rId13" id="263"/>
    <p:sldId r:id="rId14" id="264"/>
    <p:sldId r:id="rId15" id="265"/>
  </p:sldIdLst>
  <p:sldSz cx="9144000" cy="5143500"/>
  <p:notesSz cx="6858000" cy="9144000"/>
  <p:embeddedFontLst>
    <p:embeddedFont>
      <p:font typeface="Tahoma"/>
      <p:regular r:id="rId16"/>
      <p:bold r:id="rId17"/>
    </p:embeddedFont>
    <p:embeddedFont>
      <p:font typeface="Quattrocento Sans"/>
      <p:regular r:id="rId18"/>
      <p:bold r:id="rId19"/>
      <p:italic r:id="rId20"/>
      <p:boldItalic r:id="rId21"/>
    </p:embeddedFont>
    <p:embeddedFont>
      <p:font typeface="Open Sans"/>
      <p:regular r:id="rId22"/>
      <p:bold r:id="rId23"/>
      <p:italic r:id="rId24"/>
      <p:boldItalic r:id="rId25"/>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cap="none" u="none" sz="1120" strike="noStrike" i="0">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cap="none" u="none" sz="1120" strike="noStrike" i="0">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cap="none" u="none" sz="1120" strike="noStrike" i="0">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cap="none" u="none" sz="1120" strike="noStrike" i="0">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cap="none" u="none" sz="1120" strike="noStrike" i="0">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cap="none" u="none" sz="1120" strike="noStrike" i="0">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cap="none" u="none" sz="1120" strike="noStrike" i="0">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cap="none" u="none" sz="1120" strike="noStrike" i="0">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cap="none" u="none" sz="1120" strike="noStrike" i="0">
        <a:solidFill>
          <a:srgbClr val="000000"/>
        </a:solidFill>
        <a:latin typeface="Arial"/>
        <a:ea typeface="Arial"/>
        <a:cs typeface="Arial"/>
        <a:sym typeface="Arial"/>
      </a:defRPr>
    </a:lvl9pPr>
  </p:defaultTextStyle>
  <p:extLst>
    <p:ext uri="{EFAFB233-063F-42B5-8137-9DF3F51BA10A}">
      <p15:sldGuideLst>
        <p15:guide orient="horz" pos="1620" id="1">
          <p15:clr>
            <a:srgbClr val="A4A3A4"/>
          </p15:clr>
        </p15:guide>
        <p15:guide pos="2880" id="2">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QuattrocentoSans-italic.fntdata"/><Relationship Id="rId22" Type="http://schemas.openxmlformats.org/officeDocument/2006/relationships/font" Target="fonts/OpenSans-regular.fntdata"/><Relationship Id="rId21" Type="http://schemas.openxmlformats.org/officeDocument/2006/relationships/font" Target="fonts/QuattrocentoSans-boldItalic.fntdata"/><Relationship Id="rId24" Type="http://schemas.openxmlformats.org/officeDocument/2006/relationships/font" Target="fonts/OpenSans-italic.fntdata"/><Relationship Id="rId23" Type="http://schemas.openxmlformats.org/officeDocument/2006/relationships/font" Target="fonts/OpenSans-bold.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5" Type="http://schemas.openxmlformats.org/officeDocument/2006/relationships/font" Target="fonts/OpenSans-boldItalic.fnt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font" Target="fonts/Tahoma-bold.fntdata"/><Relationship Id="rId16" Type="http://schemas.openxmlformats.org/officeDocument/2006/relationships/font" Target="fonts/Tahoma-regular.fntdata"/><Relationship Id="rId19" Type="http://schemas.openxmlformats.org/officeDocument/2006/relationships/font" Target="fonts/QuattrocentoSans-bold.fntdata"/><Relationship Id="rId18" Type="http://schemas.openxmlformats.org/officeDocument/2006/relationships/font" Target="fonts/QuattrocentoSans-regular.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name="Shape 2" id="2"/>
        <p:cNvGrpSpPr/>
        <p:nvPr/>
      </p:nvGrpSpPr>
      <p:grpSpPr>
        <a:xfrm>
          <a:off x="0" y="0"/>
          <a:ext cx="0" cy="0"/>
          <a:chOff x="0" y="0"/>
          <a:chExt cx="0" cy="0"/>
        </a:xfrm>
      </p:grpSpPr>
      <p:sp>
        <p:nvSpPr>
          <p:cNvPr name="Google Shape;3;n" id="3"/>
          <p:cNvSpPr/>
          <p:nvPr>
            <p:ph idx="2" type="sldImg"/>
          </p:nvPr>
        </p:nvSpPr>
        <p:spPr>
          <a:xfrm>
            <a:off x="381300" y="685800"/>
            <a:ext cx="6096075" cy="3429000"/>
          </a:xfrm>
          <a:custGeom>
            <a:rect b="b" r="r" t="t" l="l"/>
            <a:pathLst>
              <a:path extrusionOk="0" w="120000" h="120000">
                <a:moveTo>
                  <a:pt x="0" y="0"/>
                </a:moveTo>
                <a:lnTo>
                  <a:pt x="120000" y="0"/>
                </a:lnTo>
                <a:lnTo>
                  <a:pt x="120000" y="120000"/>
                </a:lnTo>
                <a:lnTo>
                  <a:pt x="0" y="120000"/>
                </a:lnTo>
                <a:close/>
              </a:path>
            </a:pathLst>
          </a:custGeom>
          <a:noFill/>
          <a:ln cmpd="sng" cap="flat" w="9525">
            <a:solidFill>
              <a:srgbClr val="000000"/>
            </a:solidFill>
            <a:prstDash val="solid"/>
            <a:round/>
            <a:headEnd len="sm" w="sm" type="none"/>
            <a:tailEnd len="sm" w="sm" type="none"/>
          </a:ln>
        </p:spPr>
      </p:sp>
      <p:sp>
        <p:nvSpPr>
          <p:cNvPr name="Google Shape;4;n" id="4"/>
          <p:cNvSpPr txBox="1"/>
          <p:nvPr>
            <p:ph idx="1" type="body"/>
          </p:nvPr>
        </p:nvSpPr>
        <p:spPr>
          <a:xfrm>
            <a:off x="685800" y="4343400"/>
            <a:ext cx="5486400" cy="4114800"/>
          </a:xfrm>
          <a:prstGeom prst="rect">
            <a:avLst/>
          </a:prstGeom>
          <a:noFill/>
          <a:ln>
            <a:noFill/>
          </a:ln>
        </p:spPr>
        <p:txBody>
          <a:bodyPr lIns="91425" bIns="91425" anchor="t" rIns="91425" anchorCtr="0" wrap="square" spcFirstLastPara="1" tIns="91425">
            <a:noAutofit/>
          </a:bodyPr>
          <a:lstStyle>
            <a:lvl1pPr lvl="0" indent="-298450" marL="457200">
              <a:spcBef>
                <a:spcPts val="0"/>
              </a:spcBef>
              <a:spcAft>
                <a:spcPts val="0"/>
              </a:spcAft>
              <a:buSzPts val="1100"/>
              <a:buChar char="●"/>
              <a:defRPr sz="880"/>
            </a:lvl1pPr>
            <a:lvl2pPr lvl="1" indent="-298450" marL="914400">
              <a:spcBef>
                <a:spcPts val="0"/>
              </a:spcBef>
              <a:spcAft>
                <a:spcPts val="0"/>
              </a:spcAft>
              <a:buSzPts val="1100"/>
              <a:buChar char="○"/>
              <a:defRPr sz="880"/>
            </a:lvl2pPr>
            <a:lvl3pPr lvl="2" indent="-298450" marL="1371600">
              <a:spcBef>
                <a:spcPts val="0"/>
              </a:spcBef>
              <a:spcAft>
                <a:spcPts val="0"/>
              </a:spcAft>
              <a:buSzPts val="1100"/>
              <a:buChar char="■"/>
              <a:defRPr sz="880"/>
            </a:lvl3pPr>
            <a:lvl4pPr lvl="3" indent="-298450" marL="1828800">
              <a:spcBef>
                <a:spcPts val="0"/>
              </a:spcBef>
              <a:spcAft>
                <a:spcPts val="0"/>
              </a:spcAft>
              <a:buSzPts val="1100"/>
              <a:buChar char="●"/>
              <a:defRPr sz="880"/>
            </a:lvl4pPr>
            <a:lvl5pPr lvl="4" indent="-298450" marL="2286000">
              <a:spcBef>
                <a:spcPts val="0"/>
              </a:spcBef>
              <a:spcAft>
                <a:spcPts val="0"/>
              </a:spcAft>
              <a:buSzPts val="1100"/>
              <a:buChar char="○"/>
              <a:defRPr sz="880"/>
            </a:lvl5pPr>
            <a:lvl6pPr lvl="5" indent="-298450" marL="2743200">
              <a:spcBef>
                <a:spcPts val="0"/>
              </a:spcBef>
              <a:spcAft>
                <a:spcPts val="0"/>
              </a:spcAft>
              <a:buSzPts val="1100"/>
              <a:buChar char="■"/>
              <a:defRPr sz="880"/>
            </a:lvl6pPr>
            <a:lvl7pPr lvl="6" indent="-298450" marL="3200400">
              <a:spcBef>
                <a:spcPts val="0"/>
              </a:spcBef>
              <a:spcAft>
                <a:spcPts val="0"/>
              </a:spcAft>
              <a:buSzPts val="1100"/>
              <a:buChar char="●"/>
              <a:defRPr sz="880"/>
            </a:lvl7pPr>
            <a:lvl8pPr lvl="7" indent="-298450" marL="3657600">
              <a:spcBef>
                <a:spcPts val="0"/>
              </a:spcBef>
              <a:spcAft>
                <a:spcPts val="0"/>
              </a:spcAft>
              <a:buSzPts val="1100"/>
              <a:buChar char="○"/>
              <a:defRPr sz="880"/>
            </a:lvl8pPr>
            <a:lvl9pPr lvl="8" indent="-298450" marL="4114800">
              <a:spcBef>
                <a:spcPts val="0"/>
              </a:spcBef>
              <a:spcAft>
                <a:spcPts val="0"/>
              </a:spcAft>
              <a:buSzPts val="1100"/>
              <a:buChar char="■"/>
              <a:defRPr sz="880"/>
            </a:lvl9pPr>
          </a:lstStyle>
          <a:p/>
        </p:txBody>
      </p:sp>
    </p:spTree>
  </p:cSld>
  <p:clrMap accent6="accent6" accent4="accent4" accent5="accent5" accent2="accent2" accent3="accent3" accent1="accent1" bg2="dk2" tx1="dk1" bg1="lt1" hlink="hlink" tx2="lt2" folHlink="fol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cap="none" u="none" sz="1120" strike="noStrike" i="0">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cap="none" u="none" sz="1120" strike="noStrike" i="0">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cap="none" u="none" sz="1120" strike="noStrike" i="0">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cap="none" u="none" sz="1120" strike="noStrike" i="0">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cap="none" u="none" sz="1120" strike="noStrike" i="0">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cap="none" u="none" sz="1120" strike="noStrike" i="0">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cap="none" u="none" sz="1120" strike="noStrike" i="0">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cap="none" u="none" sz="1120" strike="noStrike" i="0">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cap="none" u="none" sz="1120" strike="noStrike" i="0">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name="Shape 36" id="36"/>
        <p:cNvGrpSpPr/>
        <p:nvPr/>
      </p:nvGrpSpPr>
      <p:grpSpPr>
        <a:xfrm>
          <a:off x="0" y="0"/>
          <a:ext cx="0" cy="0"/>
          <a:chOff x="0" y="0"/>
          <a:chExt cx="0" cy="0"/>
        </a:xfrm>
      </p:grpSpPr>
      <p:sp>
        <p:nvSpPr>
          <p:cNvPr name="Google Shape;37;g35c0d7cfaa6_2_0:notes" id="37"/>
          <p:cNvSpPr/>
          <p:nvPr>
            <p:ph idx="2" type="sldImg"/>
          </p:nvPr>
        </p:nvSpPr>
        <p:spPr>
          <a:xfrm>
            <a:off x="381300" y="685800"/>
            <a:ext cx="6096000" cy="3429000"/>
          </a:xfrm>
          <a:custGeom>
            <a:rect b="b" r="r" t="t" l="l"/>
            <a:pathLst>
              <a:path extrusionOk="0" w="120000" h="120000">
                <a:moveTo>
                  <a:pt x="0" y="0"/>
                </a:moveTo>
                <a:lnTo>
                  <a:pt x="120000" y="0"/>
                </a:lnTo>
                <a:lnTo>
                  <a:pt x="120000" y="120000"/>
                </a:lnTo>
                <a:lnTo>
                  <a:pt x="0" y="120000"/>
                </a:lnTo>
                <a:close/>
              </a:path>
            </a:pathLst>
          </a:custGeom>
        </p:spPr>
      </p:sp>
      <p:sp>
        <p:nvSpPr>
          <p:cNvPr name="Google Shape;38;g35c0d7cfaa6_2_0:notes" id="38"/>
          <p:cNvSpPr txBox="1"/>
          <p:nvPr>
            <p:ph idx="1" type="body"/>
          </p:nvPr>
        </p:nvSpPr>
        <p:spPr>
          <a:xfrm>
            <a:off x="685800" y="4343400"/>
            <a:ext cx="5486400" cy="4114800"/>
          </a:xfrm>
          <a:prstGeom prst="rect">
            <a:avLst/>
          </a:prstGeom>
        </p:spPr>
        <p:txBody>
          <a:bodyPr lIns="91425" bIns="91425" anchor="t" rIns="91425" anchorCtr="0" wrap="square" spcFirstLastPara="1" tIns="91425">
            <a:noAutofit/>
          </a:bodyPr>
          <a:lstStyle/>
          <a:p>
            <a:pPr lvl="0" indent="0" rtl="0" marL="0" algn="l">
              <a:spcBef>
                <a:spcPts val="0"/>
              </a:spcBef>
              <a:spcAft>
                <a:spcPts val="0"/>
              </a:spcAft>
              <a:buNone/>
            </a:pPr>
            <a:r>
              <a:t>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name="Shape 59" id="59"/>
        <p:cNvGrpSpPr/>
        <p:nvPr/>
      </p:nvGrpSpPr>
      <p:grpSpPr>
        <a:xfrm>
          <a:off x="0" y="0"/>
          <a:ext cx="0" cy="0"/>
          <a:chOff x="0" y="0"/>
          <a:chExt cx="0" cy="0"/>
        </a:xfrm>
      </p:grpSpPr>
      <p:sp>
        <p:nvSpPr>
          <p:cNvPr name="Google Shape;60;g36055ed0050_0_0:notes" id="60"/>
          <p:cNvSpPr/>
          <p:nvPr>
            <p:ph idx="2" type="sldImg"/>
          </p:nvPr>
        </p:nvSpPr>
        <p:spPr>
          <a:xfrm>
            <a:off x="381300" y="685800"/>
            <a:ext cx="6096000" cy="3429000"/>
          </a:xfrm>
          <a:custGeom>
            <a:rect b="b" r="r" t="t" l="l"/>
            <a:pathLst>
              <a:path extrusionOk="0" w="120000" h="120000">
                <a:moveTo>
                  <a:pt x="0" y="0"/>
                </a:moveTo>
                <a:lnTo>
                  <a:pt x="120000" y="0"/>
                </a:lnTo>
                <a:lnTo>
                  <a:pt x="120000" y="120000"/>
                </a:lnTo>
                <a:lnTo>
                  <a:pt x="0" y="120000"/>
                </a:lnTo>
                <a:close/>
              </a:path>
            </a:pathLst>
          </a:custGeom>
        </p:spPr>
      </p:sp>
      <p:sp>
        <p:nvSpPr>
          <p:cNvPr name="Google Shape;61;g36055ed0050_0_0:notes" id="61"/>
          <p:cNvSpPr txBox="1"/>
          <p:nvPr>
            <p:ph idx="1" type="body"/>
          </p:nvPr>
        </p:nvSpPr>
        <p:spPr>
          <a:xfrm>
            <a:off x="685800" y="4343400"/>
            <a:ext cx="5486400" cy="4114800"/>
          </a:xfrm>
          <a:prstGeom prst="rect">
            <a:avLst/>
          </a:prstGeom>
        </p:spPr>
        <p:txBody>
          <a:bodyPr lIns="91425" bIns="91425" anchor="t" rIns="91425" anchorCtr="0" wrap="square" spcFirstLastPara="1" tIns="91425">
            <a:noAutofit/>
          </a:bodyPr>
          <a:lstStyle/>
          <a:p>
            <a:pPr lvl="0" indent="0" rtl="0" marL="0" algn="l">
              <a:spcBef>
                <a:spcPts val="0"/>
              </a:spcBef>
              <a:spcAft>
                <a:spcPts val="0"/>
              </a:spcAft>
              <a:buNone/>
            </a:pPr>
            <a:r>
              <a:t>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name="Shape 65" id="65"/>
        <p:cNvGrpSpPr/>
        <p:nvPr/>
      </p:nvGrpSpPr>
      <p:grpSpPr>
        <a:xfrm>
          <a:off x="0" y="0"/>
          <a:ext cx="0" cy="0"/>
          <a:chOff x="0" y="0"/>
          <a:chExt cx="0" cy="0"/>
        </a:xfrm>
      </p:grpSpPr>
      <p:sp>
        <p:nvSpPr>
          <p:cNvPr name="Google Shape;66;g36e9b96d9c8_2_0:notes" id="66"/>
          <p:cNvSpPr/>
          <p:nvPr>
            <p:ph idx="2" type="sldImg"/>
          </p:nvPr>
        </p:nvSpPr>
        <p:spPr>
          <a:xfrm>
            <a:off x="381300" y="685800"/>
            <a:ext cx="6096000" cy="3429000"/>
          </a:xfrm>
          <a:custGeom>
            <a:rect b="b" r="r" t="t" l="l"/>
            <a:pathLst>
              <a:path extrusionOk="0" w="120000" h="120000">
                <a:moveTo>
                  <a:pt x="0" y="0"/>
                </a:moveTo>
                <a:lnTo>
                  <a:pt x="120000" y="0"/>
                </a:lnTo>
                <a:lnTo>
                  <a:pt x="120000" y="120000"/>
                </a:lnTo>
                <a:lnTo>
                  <a:pt x="0" y="120000"/>
                </a:lnTo>
                <a:close/>
              </a:path>
            </a:pathLst>
          </a:custGeom>
        </p:spPr>
      </p:sp>
      <p:sp>
        <p:nvSpPr>
          <p:cNvPr name="Google Shape;67;g36e9b96d9c8_2_0:notes" id="67"/>
          <p:cNvSpPr txBox="1"/>
          <p:nvPr>
            <p:ph idx="1" type="body"/>
          </p:nvPr>
        </p:nvSpPr>
        <p:spPr>
          <a:xfrm>
            <a:off x="685800" y="4343400"/>
            <a:ext cx="5486400" cy="4114800"/>
          </a:xfrm>
          <a:prstGeom prst="rect">
            <a:avLst/>
          </a:prstGeom>
        </p:spPr>
        <p:txBody>
          <a:bodyPr lIns="91425" bIns="91425" anchor="t" rIns="91425" anchorCtr="0" wrap="square" spcFirstLastPara="1" tIns="91425">
            <a:noAutofit/>
          </a:bodyPr>
          <a:lstStyle/>
          <a:p>
            <a:pPr lvl="0" indent="0" rtl="0" marL="0" algn="l">
              <a:spcBef>
                <a:spcPts val="0"/>
              </a:spcBef>
              <a:spcAft>
                <a:spcPts val="0"/>
              </a:spcAft>
              <a:buNone/>
            </a:pPr>
            <a:r>
              <a:t>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name="Shape 71" id="71"/>
        <p:cNvGrpSpPr/>
        <p:nvPr/>
      </p:nvGrpSpPr>
      <p:grpSpPr>
        <a:xfrm>
          <a:off x="0" y="0"/>
          <a:ext cx="0" cy="0"/>
          <a:chOff x="0" y="0"/>
          <a:chExt cx="0" cy="0"/>
        </a:xfrm>
      </p:grpSpPr>
      <p:sp>
        <p:nvSpPr>
          <p:cNvPr name="Google Shape;72;g3771a78e220_0_0:notes" id="72"/>
          <p:cNvSpPr/>
          <p:nvPr>
            <p:ph idx="2" type="sldImg"/>
          </p:nvPr>
        </p:nvSpPr>
        <p:spPr>
          <a:xfrm>
            <a:off x="381300" y="685800"/>
            <a:ext cx="6096000" cy="3429000"/>
          </a:xfrm>
          <a:custGeom>
            <a:rect b="b" r="r" t="t" l="l"/>
            <a:pathLst>
              <a:path extrusionOk="0" w="120000" h="120000">
                <a:moveTo>
                  <a:pt x="0" y="0"/>
                </a:moveTo>
                <a:lnTo>
                  <a:pt x="120000" y="0"/>
                </a:lnTo>
                <a:lnTo>
                  <a:pt x="120000" y="120000"/>
                </a:lnTo>
                <a:lnTo>
                  <a:pt x="0" y="120000"/>
                </a:lnTo>
                <a:close/>
              </a:path>
            </a:pathLst>
          </a:custGeom>
        </p:spPr>
      </p:sp>
      <p:sp>
        <p:nvSpPr>
          <p:cNvPr name="Google Shape;73;g3771a78e220_0_0:notes" id="73"/>
          <p:cNvSpPr txBox="1"/>
          <p:nvPr>
            <p:ph idx="1" type="body"/>
          </p:nvPr>
        </p:nvSpPr>
        <p:spPr>
          <a:xfrm>
            <a:off x="685800" y="4343400"/>
            <a:ext cx="5486400" cy="4114800"/>
          </a:xfrm>
          <a:prstGeom prst="rect">
            <a:avLst/>
          </a:prstGeom>
        </p:spPr>
        <p:txBody>
          <a:bodyPr lIns="91425" bIns="91425" anchor="t" rIns="91425" anchorCtr="0" wrap="square" spcFirstLastPara="1" tIns="91425">
            <a:noAutofit/>
          </a:bodyPr>
          <a:lstStyle/>
          <a:p>
            <a:pPr lvl="0" indent="0" rtl="0" marL="0" algn="l">
              <a:spcBef>
                <a:spcPts val="0"/>
              </a:spcBef>
              <a:spcAft>
                <a:spcPts val="0"/>
              </a:spcAft>
              <a:buNone/>
            </a:pPr>
            <a:r>
              <a:t>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name="Shape 77" id="77"/>
        <p:cNvGrpSpPr/>
        <p:nvPr/>
      </p:nvGrpSpPr>
      <p:grpSpPr>
        <a:xfrm>
          <a:off x="0" y="0"/>
          <a:ext cx="0" cy="0"/>
          <a:chOff x="0" y="0"/>
          <a:chExt cx="0" cy="0"/>
        </a:xfrm>
      </p:grpSpPr>
      <p:sp>
        <p:nvSpPr>
          <p:cNvPr name="Google Shape;78;g3771a78e220_0_5:notes" id="78"/>
          <p:cNvSpPr/>
          <p:nvPr>
            <p:ph idx="2" type="sldImg"/>
          </p:nvPr>
        </p:nvSpPr>
        <p:spPr>
          <a:xfrm>
            <a:off x="381300" y="685800"/>
            <a:ext cx="6096000" cy="3429000"/>
          </a:xfrm>
          <a:custGeom>
            <a:rect b="b" r="r" t="t" l="l"/>
            <a:pathLst>
              <a:path extrusionOk="0" w="120000" h="120000">
                <a:moveTo>
                  <a:pt x="0" y="0"/>
                </a:moveTo>
                <a:lnTo>
                  <a:pt x="120000" y="0"/>
                </a:lnTo>
                <a:lnTo>
                  <a:pt x="120000" y="120000"/>
                </a:lnTo>
                <a:lnTo>
                  <a:pt x="0" y="120000"/>
                </a:lnTo>
                <a:close/>
              </a:path>
            </a:pathLst>
          </a:custGeom>
        </p:spPr>
      </p:sp>
      <p:sp>
        <p:nvSpPr>
          <p:cNvPr name="Google Shape;79;g3771a78e220_0_5:notes" id="79"/>
          <p:cNvSpPr txBox="1"/>
          <p:nvPr>
            <p:ph idx="1" type="body"/>
          </p:nvPr>
        </p:nvSpPr>
        <p:spPr>
          <a:xfrm>
            <a:off x="685800" y="4343400"/>
            <a:ext cx="5486400" cy="4114800"/>
          </a:xfrm>
          <a:prstGeom prst="rect">
            <a:avLst/>
          </a:prstGeom>
        </p:spPr>
        <p:txBody>
          <a:bodyPr lIns="91425" bIns="91425" anchor="t" rIns="91425" anchorCtr="0" wrap="square" spcFirstLastPara="1" tIns="91425">
            <a:noAutofit/>
          </a:bodyPr>
          <a:lstStyle/>
          <a:p>
            <a:pPr lvl="0" indent="0" rtl="0" marL="0" algn="l">
              <a:spcBef>
                <a:spcPts val="0"/>
              </a:spcBef>
              <a:spcAft>
                <a:spcPts val="0"/>
              </a:spcAft>
              <a:buNone/>
            </a:pPr>
            <a:r>
              <a:t>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name="Shape 83" id="83"/>
        <p:cNvGrpSpPr/>
        <p:nvPr/>
      </p:nvGrpSpPr>
      <p:grpSpPr>
        <a:xfrm>
          <a:off x="0" y="0"/>
          <a:ext cx="0" cy="0"/>
          <a:chOff x="0" y="0"/>
          <a:chExt cx="0" cy="0"/>
        </a:xfrm>
      </p:grpSpPr>
      <p:sp>
        <p:nvSpPr>
          <p:cNvPr name="Google Shape;84;g380c7955185_0_0:notes" id="84"/>
          <p:cNvSpPr/>
          <p:nvPr>
            <p:ph idx="2" type="sldImg"/>
          </p:nvPr>
        </p:nvSpPr>
        <p:spPr>
          <a:xfrm>
            <a:off x="381300" y="685800"/>
            <a:ext cx="6096000" cy="3429000"/>
          </a:xfrm>
          <a:custGeom>
            <a:rect b="b" r="r" t="t" l="l"/>
            <a:pathLst>
              <a:path extrusionOk="0" w="120000" h="120000">
                <a:moveTo>
                  <a:pt x="0" y="0"/>
                </a:moveTo>
                <a:lnTo>
                  <a:pt x="120000" y="0"/>
                </a:lnTo>
                <a:lnTo>
                  <a:pt x="120000" y="120000"/>
                </a:lnTo>
                <a:lnTo>
                  <a:pt x="0" y="120000"/>
                </a:lnTo>
                <a:close/>
              </a:path>
            </a:pathLst>
          </a:custGeom>
        </p:spPr>
      </p:sp>
      <p:sp>
        <p:nvSpPr>
          <p:cNvPr name="Google Shape;85;g380c7955185_0_0:notes" id="85"/>
          <p:cNvSpPr txBox="1"/>
          <p:nvPr>
            <p:ph idx="1" type="body"/>
          </p:nvPr>
        </p:nvSpPr>
        <p:spPr>
          <a:xfrm>
            <a:off x="685800" y="4343400"/>
            <a:ext cx="5486400" cy="4114800"/>
          </a:xfrm>
          <a:prstGeom prst="rect">
            <a:avLst/>
          </a:prstGeom>
        </p:spPr>
        <p:txBody>
          <a:bodyPr lIns="91425" bIns="91425" anchor="t" rIns="91425" anchorCtr="0" wrap="square" spcFirstLastPara="1" tIns="91425">
            <a:noAutofit/>
          </a:bodyPr>
          <a:lstStyle/>
          <a:p>
            <a:pPr lvl="0" indent="0" rtl="0" marL="0" algn="l">
              <a:spcBef>
                <a:spcPts val="0"/>
              </a:spcBef>
              <a:spcAft>
                <a:spcPts val="0"/>
              </a:spcAft>
              <a:buNone/>
            </a:pPr>
            <a:r>
              <a:t>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name="Shape 89" id="89"/>
        <p:cNvGrpSpPr/>
        <p:nvPr/>
      </p:nvGrpSpPr>
      <p:grpSpPr>
        <a:xfrm>
          <a:off x="0" y="0"/>
          <a:ext cx="0" cy="0"/>
          <a:chOff x="0" y="0"/>
          <a:chExt cx="0" cy="0"/>
        </a:xfrm>
      </p:grpSpPr>
      <p:sp>
        <p:nvSpPr>
          <p:cNvPr name="Google Shape;90;g380c7955185_0_10:notes" id="90"/>
          <p:cNvSpPr/>
          <p:nvPr>
            <p:ph idx="2" type="sldImg"/>
          </p:nvPr>
        </p:nvSpPr>
        <p:spPr>
          <a:xfrm>
            <a:off x="381300" y="685800"/>
            <a:ext cx="6096000" cy="3429000"/>
          </a:xfrm>
          <a:custGeom>
            <a:rect b="b" r="r" t="t" l="l"/>
            <a:pathLst>
              <a:path extrusionOk="0" w="120000" h="120000">
                <a:moveTo>
                  <a:pt x="0" y="0"/>
                </a:moveTo>
                <a:lnTo>
                  <a:pt x="120000" y="0"/>
                </a:lnTo>
                <a:lnTo>
                  <a:pt x="120000" y="120000"/>
                </a:lnTo>
                <a:lnTo>
                  <a:pt x="0" y="120000"/>
                </a:lnTo>
                <a:close/>
              </a:path>
            </a:pathLst>
          </a:custGeom>
        </p:spPr>
      </p:sp>
      <p:sp>
        <p:nvSpPr>
          <p:cNvPr name="Google Shape;91;g380c7955185_0_10:notes" id="91"/>
          <p:cNvSpPr txBox="1"/>
          <p:nvPr>
            <p:ph idx="1" type="body"/>
          </p:nvPr>
        </p:nvSpPr>
        <p:spPr>
          <a:xfrm>
            <a:off x="685800" y="4343400"/>
            <a:ext cx="5486400" cy="4114800"/>
          </a:xfrm>
          <a:prstGeom prst="rect">
            <a:avLst/>
          </a:prstGeom>
        </p:spPr>
        <p:txBody>
          <a:bodyPr lIns="91425" bIns="91425" anchor="t" rIns="91425" anchorCtr="0" wrap="square" spcFirstLastPara="1" tIns="91425">
            <a:noAutofit/>
          </a:bodyPr>
          <a:lstStyle/>
          <a:p>
            <a:pPr lvl="0" indent="0" rtl="0" marL="0" algn="l">
              <a:spcBef>
                <a:spcPts val="0"/>
              </a:spcBef>
              <a:spcAft>
                <a:spcPts val="0"/>
              </a:spcAft>
              <a:buNone/>
            </a:pPr>
            <a:r>
              <a:t>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name="Shape 95" id="95"/>
        <p:cNvGrpSpPr/>
        <p:nvPr/>
      </p:nvGrpSpPr>
      <p:grpSpPr>
        <a:xfrm>
          <a:off x="0" y="0"/>
          <a:ext cx="0" cy="0"/>
          <a:chOff x="0" y="0"/>
          <a:chExt cx="0" cy="0"/>
        </a:xfrm>
      </p:grpSpPr>
      <p:sp>
        <p:nvSpPr>
          <p:cNvPr name="Google Shape;96;g380c7955185_0_5:notes" id="96"/>
          <p:cNvSpPr/>
          <p:nvPr>
            <p:ph idx="2" type="sldImg"/>
          </p:nvPr>
        </p:nvSpPr>
        <p:spPr>
          <a:xfrm>
            <a:off x="381300" y="685800"/>
            <a:ext cx="6096000" cy="3429000"/>
          </a:xfrm>
          <a:custGeom>
            <a:rect b="b" r="r" t="t" l="l"/>
            <a:pathLst>
              <a:path extrusionOk="0" w="120000" h="120000">
                <a:moveTo>
                  <a:pt x="0" y="0"/>
                </a:moveTo>
                <a:lnTo>
                  <a:pt x="120000" y="0"/>
                </a:lnTo>
                <a:lnTo>
                  <a:pt x="120000" y="120000"/>
                </a:lnTo>
                <a:lnTo>
                  <a:pt x="0" y="120000"/>
                </a:lnTo>
                <a:close/>
              </a:path>
            </a:pathLst>
          </a:custGeom>
        </p:spPr>
      </p:sp>
      <p:sp>
        <p:nvSpPr>
          <p:cNvPr name="Google Shape;97;g380c7955185_0_5:notes" id="97"/>
          <p:cNvSpPr txBox="1"/>
          <p:nvPr>
            <p:ph idx="1" type="body"/>
          </p:nvPr>
        </p:nvSpPr>
        <p:spPr>
          <a:xfrm>
            <a:off x="685800" y="4343400"/>
            <a:ext cx="5486400" cy="4114800"/>
          </a:xfrm>
          <a:prstGeom prst="rect">
            <a:avLst/>
          </a:prstGeom>
        </p:spPr>
        <p:txBody>
          <a:bodyPr lIns="91425" bIns="91425" anchor="t" rIns="91425" anchorCtr="0" wrap="square" spcFirstLastPara="1" tIns="91425">
            <a:noAutofit/>
          </a:bodyPr>
          <a:lstStyle/>
          <a:p>
            <a:pPr lvl="0" indent="0" rtl="0" marL="0" algn="l">
              <a:spcBef>
                <a:spcPts val="0"/>
              </a:spcBef>
              <a:spcAft>
                <a:spcPts val="0"/>
              </a:spcAft>
              <a:buNone/>
            </a:pPr>
            <a:r>
              <a:t>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name="Shape 101" id="101"/>
        <p:cNvGrpSpPr/>
        <p:nvPr/>
      </p:nvGrpSpPr>
      <p:grpSpPr>
        <a:xfrm>
          <a:off x="0" y="0"/>
          <a:ext cx="0" cy="0"/>
          <a:chOff x="0" y="0"/>
          <a:chExt cx="0" cy="0"/>
        </a:xfrm>
      </p:grpSpPr>
      <p:sp>
        <p:nvSpPr>
          <p:cNvPr name="Google Shape;102;g380c7955185_0_15:notes" id="102"/>
          <p:cNvSpPr/>
          <p:nvPr>
            <p:ph idx="2" type="sldImg"/>
          </p:nvPr>
        </p:nvSpPr>
        <p:spPr>
          <a:xfrm>
            <a:off x="381300" y="685800"/>
            <a:ext cx="6096000" cy="3429000"/>
          </a:xfrm>
          <a:custGeom>
            <a:rect b="b" r="r" t="t" l="l"/>
            <a:pathLst>
              <a:path extrusionOk="0" w="120000" h="120000">
                <a:moveTo>
                  <a:pt x="0" y="0"/>
                </a:moveTo>
                <a:lnTo>
                  <a:pt x="120000" y="0"/>
                </a:lnTo>
                <a:lnTo>
                  <a:pt x="120000" y="120000"/>
                </a:lnTo>
                <a:lnTo>
                  <a:pt x="0" y="120000"/>
                </a:lnTo>
                <a:close/>
              </a:path>
            </a:pathLst>
          </a:custGeom>
        </p:spPr>
      </p:sp>
      <p:sp>
        <p:nvSpPr>
          <p:cNvPr name="Google Shape;103;g380c7955185_0_15:notes" id="103"/>
          <p:cNvSpPr txBox="1"/>
          <p:nvPr>
            <p:ph idx="1" type="body"/>
          </p:nvPr>
        </p:nvSpPr>
        <p:spPr>
          <a:xfrm>
            <a:off x="685800" y="4343400"/>
            <a:ext cx="5486400" cy="4114800"/>
          </a:xfrm>
          <a:prstGeom prst="rect">
            <a:avLst/>
          </a:prstGeom>
        </p:spPr>
        <p:txBody>
          <a:bodyPr lIns="91425" bIns="91425" anchor="t" rIns="91425" anchorCtr="0" wrap="square" spcFirstLastPara="1" tIns="91425">
            <a:noAutofit/>
          </a:bodyPr>
          <a:lstStyle/>
          <a:p>
            <a:pPr lvl="0" indent="0" rtl="0" marL="0" algn="l">
              <a:spcBef>
                <a:spcPts val="0"/>
              </a:spcBef>
              <a:spcAft>
                <a:spcPts val="0"/>
              </a:spcAft>
              <a:buNone/>
            </a:pPr>
            <a:r>
              <a:t>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name="Shape 107" id="107"/>
        <p:cNvGrpSpPr/>
        <p:nvPr/>
      </p:nvGrpSpPr>
      <p:grpSpPr>
        <a:xfrm>
          <a:off x="0" y="0"/>
          <a:ext cx="0" cy="0"/>
          <a:chOff x="0" y="0"/>
          <a:chExt cx="0" cy="0"/>
        </a:xfrm>
      </p:grpSpPr>
      <p:sp>
        <p:nvSpPr>
          <p:cNvPr name="Google Shape;108;g380c7955185_0_20:notes" id="108"/>
          <p:cNvSpPr/>
          <p:nvPr>
            <p:ph idx="2" type="sldImg"/>
          </p:nvPr>
        </p:nvSpPr>
        <p:spPr>
          <a:xfrm>
            <a:off x="381300" y="685800"/>
            <a:ext cx="6096000" cy="3429000"/>
          </a:xfrm>
          <a:custGeom>
            <a:rect b="b" r="r" t="t" l="l"/>
            <a:pathLst>
              <a:path extrusionOk="0" w="120000" h="120000">
                <a:moveTo>
                  <a:pt x="0" y="0"/>
                </a:moveTo>
                <a:lnTo>
                  <a:pt x="120000" y="0"/>
                </a:lnTo>
                <a:lnTo>
                  <a:pt x="120000" y="120000"/>
                </a:lnTo>
                <a:lnTo>
                  <a:pt x="0" y="120000"/>
                </a:lnTo>
                <a:close/>
              </a:path>
            </a:pathLst>
          </a:custGeom>
        </p:spPr>
      </p:sp>
      <p:sp>
        <p:nvSpPr>
          <p:cNvPr name="Google Shape;109;g380c7955185_0_20:notes" id="109"/>
          <p:cNvSpPr txBox="1"/>
          <p:nvPr>
            <p:ph idx="1" type="body"/>
          </p:nvPr>
        </p:nvSpPr>
        <p:spPr>
          <a:xfrm>
            <a:off x="685800" y="4343400"/>
            <a:ext cx="5486400" cy="4114800"/>
          </a:xfrm>
          <a:prstGeom prst="rect">
            <a:avLst/>
          </a:prstGeom>
        </p:spPr>
        <p:txBody>
          <a:bodyPr lIns="91425" bIns="91425" anchor="t" rIns="91425" anchorCtr="0" wrap="square" spcFirstLastPara="1" tIns="91425">
            <a:noAutofit/>
          </a:bodyPr>
          <a:lstStyle/>
          <a:p>
            <a:pPr lvl="0" indent="0" rtl="0" marL="0" algn="l">
              <a:spcBef>
                <a:spcPts val="0"/>
              </a:spcBef>
              <a:spcAft>
                <a:spcPts val="0"/>
              </a:spcAft>
              <a:buNone/>
            </a:pPr>
            <a:r>
              <a:t>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page">
  <p:cSld name="Titlepage">
    <p:spTree>
      <p:nvGrpSpPr>
        <p:cNvPr name="Shape 6" id="6"/>
        <p:cNvGrpSpPr/>
        <p:nvPr/>
      </p:nvGrpSpPr>
      <p:grpSpPr>
        <a:xfrm>
          <a:off x="0" y="0"/>
          <a:ext cx="0" cy="0"/>
          <a:chOff x="0" y="0"/>
          <a:chExt cx="0" cy="0"/>
        </a:xfrm>
      </p:grpSpPr>
      <p:sp>
        <p:nvSpPr>
          <p:cNvPr name="Google Shape;7;p2" id="7"/>
          <p:cNvSpPr txBox="1"/>
          <p:nvPr>
            <p:ph type="ctrTitle"/>
          </p:nvPr>
        </p:nvSpPr>
        <p:spPr>
          <a:xfrm>
            <a:off x="524140" y="1352038"/>
            <a:ext cx="8095800" cy="1080300"/>
          </a:xfrm>
          <a:prstGeom prst="rect">
            <a:avLst/>
          </a:prstGeom>
          <a:noFill/>
          <a:ln>
            <a:noFill/>
          </a:ln>
        </p:spPr>
        <p:txBody>
          <a:bodyPr lIns="19625" bIns="0" anchor="b" rIns="19625" anchorCtr="0" wrap="square" spcFirstLastPara="1" tIns="0">
            <a:noAutofit/>
          </a:bodyPr>
          <a:lstStyle>
            <a:lvl1pPr lvl="0" marR="0" rtl="0" algn="l">
              <a:spcBef>
                <a:spcPts val="0"/>
              </a:spcBef>
              <a:spcAft>
                <a:spcPts val="0"/>
              </a:spcAft>
              <a:buSzPts val="1100"/>
              <a:buNone/>
              <a:defRPr b="0" cap="none" u="none" sz="1600" strike="noStrike" i="0">
                <a:solidFill>
                  <a:schemeClr val="dk1"/>
                </a:solidFill>
                <a:latin typeface="Quattrocento Sans"/>
                <a:ea typeface="Quattrocento Sans"/>
                <a:cs typeface="Quattrocento Sans"/>
                <a:sym typeface="Quattrocento Sans"/>
              </a:defRPr>
            </a:lvl1pPr>
            <a:lvl2pPr lvl="1" marR="0" rtl="0" algn="l">
              <a:spcBef>
                <a:spcPts val="0"/>
              </a:spcBef>
              <a:spcAft>
                <a:spcPts val="0"/>
              </a:spcAft>
              <a:buSzPts val="1100"/>
              <a:buNone/>
              <a:defRPr b="0" cap="none" u="none" sz="1440" strike="noStrike" i="0">
                <a:solidFill>
                  <a:schemeClr val="dk2"/>
                </a:solidFill>
                <a:latin typeface="Arial"/>
                <a:ea typeface="Arial"/>
                <a:cs typeface="Arial"/>
                <a:sym typeface="Arial"/>
              </a:defRPr>
            </a:lvl2pPr>
            <a:lvl3pPr lvl="2" marR="0" rtl="0" algn="l">
              <a:spcBef>
                <a:spcPts val="0"/>
              </a:spcBef>
              <a:spcAft>
                <a:spcPts val="0"/>
              </a:spcAft>
              <a:buSzPts val="1100"/>
              <a:buNone/>
              <a:defRPr b="0" cap="none" u="none" sz="1440" strike="noStrike" i="0">
                <a:solidFill>
                  <a:schemeClr val="dk2"/>
                </a:solidFill>
                <a:latin typeface="Arial"/>
                <a:ea typeface="Arial"/>
                <a:cs typeface="Arial"/>
                <a:sym typeface="Arial"/>
              </a:defRPr>
            </a:lvl3pPr>
            <a:lvl4pPr lvl="3" marR="0" rtl="0" algn="l">
              <a:spcBef>
                <a:spcPts val="0"/>
              </a:spcBef>
              <a:spcAft>
                <a:spcPts val="0"/>
              </a:spcAft>
              <a:buSzPts val="1100"/>
              <a:buNone/>
              <a:defRPr b="0" cap="none" u="none" sz="1440" strike="noStrike" i="0">
                <a:solidFill>
                  <a:schemeClr val="dk2"/>
                </a:solidFill>
                <a:latin typeface="Arial"/>
                <a:ea typeface="Arial"/>
                <a:cs typeface="Arial"/>
                <a:sym typeface="Arial"/>
              </a:defRPr>
            </a:lvl4pPr>
            <a:lvl5pPr lvl="4" marR="0" rtl="0" algn="l">
              <a:spcBef>
                <a:spcPts val="0"/>
              </a:spcBef>
              <a:spcAft>
                <a:spcPts val="0"/>
              </a:spcAft>
              <a:buSzPts val="1100"/>
              <a:buNone/>
              <a:defRPr b="0" cap="none" u="none" sz="1440" strike="noStrike" i="0">
                <a:solidFill>
                  <a:schemeClr val="dk2"/>
                </a:solidFill>
                <a:latin typeface="Arial"/>
                <a:ea typeface="Arial"/>
                <a:cs typeface="Arial"/>
                <a:sym typeface="Arial"/>
              </a:defRPr>
            </a:lvl5pPr>
            <a:lvl6pPr lvl="5" marR="0" rtl="0" algn="l">
              <a:spcBef>
                <a:spcPts val="0"/>
              </a:spcBef>
              <a:spcAft>
                <a:spcPts val="0"/>
              </a:spcAft>
              <a:buSzPts val="1100"/>
              <a:buNone/>
              <a:defRPr b="0" cap="none" u="none" sz="1600" strike="noStrike" i="0">
                <a:solidFill>
                  <a:schemeClr val="dk2"/>
                </a:solidFill>
                <a:latin typeface="Arial"/>
                <a:ea typeface="Arial"/>
                <a:cs typeface="Arial"/>
                <a:sym typeface="Arial"/>
              </a:defRPr>
            </a:lvl6pPr>
            <a:lvl7pPr lvl="6" marR="0" rtl="0" algn="l">
              <a:spcBef>
                <a:spcPts val="0"/>
              </a:spcBef>
              <a:spcAft>
                <a:spcPts val="0"/>
              </a:spcAft>
              <a:buSzPts val="1100"/>
              <a:buNone/>
              <a:defRPr b="0" cap="none" u="none" sz="1600" strike="noStrike" i="0">
                <a:solidFill>
                  <a:schemeClr val="dk2"/>
                </a:solidFill>
                <a:latin typeface="Arial"/>
                <a:ea typeface="Arial"/>
                <a:cs typeface="Arial"/>
                <a:sym typeface="Arial"/>
              </a:defRPr>
            </a:lvl7pPr>
            <a:lvl8pPr lvl="7" marR="0" rtl="0" algn="l">
              <a:spcBef>
                <a:spcPts val="0"/>
              </a:spcBef>
              <a:spcAft>
                <a:spcPts val="0"/>
              </a:spcAft>
              <a:buSzPts val="1100"/>
              <a:buNone/>
              <a:defRPr b="0" cap="none" u="none" sz="1600" strike="noStrike" i="0">
                <a:solidFill>
                  <a:schemeClr val="dk2"/>
                </a:solidFill>
                <a:latin typeface="Arial"/>
                <a:ea typeface="Arial"/>
                <a:cs typeface="Arial"/>
                <a:sym typeface="Arial"/>
              </a:defRPr>
            </a:lvl8pPr>
            <a:lvl9pPr lvl="8" marR="0" rtl="0" algn="l">
              <a:spcBef>
                <a:spcPts val="0"/>
              </a:spcBef>
              <a:spcAft>
                <a:spcPts val="0"/>
              </a:spcAft>
              <a:buSzPts val="1100"/>
              <a:buNone/>
              <a:defRPr b="0" cap="none" u="none" sz="1600" strike="noStrike" i="0">
                <a:solidFill>
                  <a:schemeClr val="dk2"/>
                </a:solidFill>
                <a:latin typeface="Arial"/>
                <a:ea typeface="Arial"/>
                <a:cs typeface="Arial"/>
                <a:sym typeface="Arial"/>
              </a:defRPr>
            </a:lvl9pPr>
          </a:lstStyle>
          <a:p/>
        </p:txBody>
      </p:sp>
      <p:sp>
        <p:nvSpPr>
          <p:cNvPr name="Google Shape;8;p2" id="8"/>
          <p:cNvSpPr txBox="1"/>
          <p:nvPr>
            <p:ph idx="1" type="subTitle"/>
          </p:nvPr>
        </p:nvSpPr>
        <p:spPr>
          <a:xfrm>
            <a:off x="524140" y="2696740"/>
            <a:ext cx="8095800" cy="810300"/>
          </a:xfrm>
          <a:prstGeom prst="rect">
            <a:avLst/>
          </a:prstGeom>
          <a:noFill/>
          <a:ln>
            <a:noFill/>
          </a:ln>
        </p:spPr>
        <p:txBody>
          <a:bodyPr lIns="19625" bIns="0" anchor="t" rIns="19625" anchorCtr="0" wrap="square" spcFirstLastPara="1" tIns="0">
            <a:noAutofit/>
          </a:bodyPr>
          <a:lstStyle>
            <a:lvl1pPr lvl="0" marR="0" rtl="0" algn="l">
              <a:spcBef>
                <a:spcPts val="300"/>
              </a:spcBef>
              <a:spcAft>
                <a:spcPts val="0"/>
              </a:spcAft>
              <a:buSzPts val="1100"/>
              <a:buNone/>
              <a:defRPr b="0" cap="none" u="none" sz="1120" strike="noStrike" i="0">
                <a:solidFill>
                  <a:schemeClr val="dk1"/>
                </a:solidFill>
                <a:latin typeface="Quattrocento Sans"/>
                <a:ea typeface="Quattrocento Sans"/>
                <a:cs typeface="Quattrocento Sans"/>
                <a:sym typeface="Quattrocento Sans"/>
              </a:defRPr>
            </a:lvl1pPr>
            <a:lvl2pPr lvl="1" marR="0" rtl="0" algn="l">
              <a:spcBef>
                <a:spcPts val="300"/>
              </a:spcBef>
              <a:spcAft>
                <a:spcPts val="0"/>
              </a:spcAft>
              <a:buClr>
                <a:schemeClr val="dk1"/>
              </a:buClr>
              <a:buSzPts val="1400"/>
              <a:buFont typeface="Quattrocento Sans"/>
              <a:buChar char="–"/>
              <a:defRPr b="0" cap="none" u="none" sz="1120" strike="noStrike" i="0">
                <a:solidFill>
                  <a:schemeClr val="dk1"/>
                </a:solidFill>
                <a:latin typeface="Quattrocento Sans"/>
                <a:ea typeface="Quattrocento Sans"/>
                <a:cs typeface="Quattrocento Sans"/>
                <a:sym typeface="Quattrocento Sans"/>
              </a:defRPr>
            </a:lvl2pPr>
            <a:lvl3pPr lvl="2" marR="0" rtl="0" algn="l">
              <a:spcBef>
                <a:spcPts val="300"/>
              </a:spcBef>
              <a:spcAft>
                <a:spcPts val="0"/>
              </a:spcAft>
              <a:buClr>
                <a:schemeClr val="dk1"/>
              </a:buClr>
              <a:buSzPts val="1400"/>
              <a:buFont typeface="Quattrocento Sans"/>
              <a:buChar char="•"/>
              <a:defRPr b="0" cap="none" u="none" sz="1120" strike="noStrike" i="0">
                <a:solidFill>
                  <a:schemeClr val="dk1"/>
                </a:solidFill>
                <a:latin typeface="Quattrocento Sans"/>
                <a:ea typeface="Quattrocento Sans"/>
                <a:cs typeface="Quattrocento Sans"/>
                <a:sym typeface="Quattrocento Sans"/>
              </a:defRPr>
            </a:lvl3pPr>
            <a:lvl4pPr lvl="3" marR="0" rtl="0" algn="l">
              <a:spcBef>
                <a:spcPts val="200"/>
              </a:spcBef>
              <a:spcAft>
                <a:spcPts val="0"/>
              </a:spcAft>
              <a:buSzPts val="1100"/>
              <a:buNone/>
              <a:defRPr b="0" cap="none" u="none" sz="880" strike="noStrike" i="0">
                <a:solidFill>
                  <a:schemeClr val="dk1"/>
                </a:solidFill>
                <a:latin typeface="Quattrocento Sans"/>
                <a:ea typeface="Quattrocento Sans"/>
                <a:cs typeface="Quattrocento Sans"/>
                <a:sym typeface="Quattrocento Sans"/>
              </a:defRPr>
            </a:lvl4pPr>
            <a:lvl5pPr lvl="4" marR="0" rtl="0" algn="l">
              <a:spcBef>
                <a:spcPts val="200"/>
              </a:spcBef>
              <a:spcAft>
                <a:spcPts val="0"/>
              </a:spcAft>
              <a:buSzPts val="1100"/>
              <a:buNone/>
              <a:defRPr b="0" cap="none" u="none" sz="880" strike="noStrike" i="0">
                <a:solidFill>
                  <a:schemeClr val="dk1"/>
                </a:solidFill>
                <a:latin typeface="Quattrocento Sans"/>
                <a:ea typeface="Quattrocento Sans"/>
                <a:cs typeface="Quattrocento Sans"/>
                <a:sym typeface="Quattrocento Sans"/>
              </a:defRPr>
            </a:lvl5pPr>
            <a:lvl6pPr lvl="5" marR="0" rtl="0" algn="l">
              <a:spcBef>
                <a:spcPts val="200"/>
              </a:spcBef>
              <a:spcAft>
                <a:spcPts val="0"/>
              </a:spcAft>
              <a:buClr>
                <a:schemeClr val="dk1"/>
              </a:buClr>
              <a:buSzPts val="1100"/>
              <a:buFont typeface="Quattrocento Sans"/>
              <a:buChar char="»"/>
              <a:defRPr b="0" cap="none" u="none" sz="880" strike="noStrike" i="0">
                <a:solidFill>
                  <a:schemeClr val="dk1"/>
                </a:solidFill>
                <a:latin typeface="Quattrocento Sans"/>
                <a:ea typeface="Quattrocento Sans"/>
                <a:cs typeface="Quattrocento Sans"/>
                <a:sym typeface="Quattrocento Sans"/>
              </a:defRPr>
            </a:lvl6pPr>
            <a:lvl7pPr lvl="6" marR="0" rtl="0" algn="l">
              <a:spcBef>
                <a:spcPts val="200"/>
              </a:spcBef>
              <a:spcAft>
                <a:spcPts val="0"/>
              </a:spcAft>
              <a:buClr>
                <a:schemeClr val="dk1"/>
              </a:buClr>
              <a:buSzPts val="1100"/>
              <a:buFont typeface="Quattrocento Sans"/>
              <a:buChar char="»"/>
              <a:defRPr b="0" cap="none" u="none" sz="880" strike="noStrike" i="0">
                <a:solidFill>
                  <a:schemeClr val="dk1"/>
                </a:solidFill>
                <a:latin typeface="Quattrocento Sans"/>
                <a:ea typeface="Quattrocento Sans"/>
                <a:cs typeface="Quattrocento Sans"/>
                <a:sym typeface="Quattrocento Sans"/>
              </a:defRPr>
            </a:lvl7pPr>
            <a:lvl8pPr lvl="7" marR="0" rtl="0" algn="l">
              <a:spcBef>
                <a:spcPts val="200"/>
              </a:spcBef>
              <a:spcAft>
                <a:spcPts val="0"/>
              </a:spcAft>
              <a:buClr>
                <a:schemeClr val="dk1"/>
              </a:buClr>
              <a:buSzPts val="1100"/>
              <a:buFont typeface="Quattrocento Sans"/>
              <a:buChar char="»"/>
              <a:defRPr b="0" cap="none" u="none" sz="880" strike="noStrike" i="0">
                <a:solidFill>
                  <a:schemeClr val="dk1"/>
                </a:solidFill>
                <a:latin typeface="Quattrocento Sans"/>
                <a:ea typeface="Quattrocento Sans"/>
                <a:cs typeface="Quattrocento Sans"/>
                <a:sym typeface="Quattrocento Sans"/>
              </a:defRPr>
            </a:lvl8pPr>
            <a:lvl9pPr lvl="8" marR="0" rtl="0" algn="l">
              <a:spcBef>
                <a:spcPts val="200"/>
              </a:spcBef>
              <a:spcAft>
                <a:spcPts val="0"/>
              </a:spcAft>
              <a:buClr>
                <a:schemeClr val="dk1"/>
              </a:buClr>
              <a:buSzPts val="1100"/>
              <a:buFont typeface="Quattrocento Sans"/>
              <a:buChar char="»"/>
              <a:defRPr b="0" cap="none" u="none" sz="880" strike="noStrike" i="0">
                <a:solidFill>
                  <a:schemeClr val="dk1"/>
                </a:solidFill>
                <a:latin typeface="Quattrocento Sans"/>
                <a:ea typeface="Quattrocento Sans"/>
                <a:cs typeface="Quattrocento Sans"/>
                <a:sym typeface="Quattrocento Sans"/>
              </a:defRPr>
            </a:lvl9pPr>
          </a:lstStyle>
          <a:p/>
        </p:txBody>
      </p:sp>
      <p:cxnSp>
        <p:nvCxnSpPr>
          <p:cNvPr name="Google Shape;9;p2" id="9"/>
          <p:cNvCxnSpPr/>
          <p:nvPr/>
        </p:nvCxnSpPr>
        <p:spPr>
          <a:xfrm>
            <a:off x="269860" y="2572346"/>
            <a:ext cx="8635500" cy="0"/>
          </a:xfrm>
          <a:prstGeom prst="straightConnector1">
            <a:avLst/>
          </a:prstGeom>
          <a:noFill/>
          <a:ln cmpd="sng" cap="flat" w="9525">
            <a:solidFill>
              <a:srgbClr val="333333"/>
            </a:solidFill>
            <a:prstDash val="solid"/>
            <a:round/>
            <a:headEnd len="sm" w="sm" type="none"/>
            <a:tailEnd len="sm" w="sm" type="none"/>
          </a:ln>
        </p:spPr>
      </p:cxnSp>
      <p:sp>
        <p:nvSpPr>
          <p:cNvPr name="Google Shape;10;p2" id="10"/>
          <p:cNvSpPr txBox="1"/>
          <p:nvPr/>
        </p:nvSpPr>
        <p:spPr>
          <a:xfrm>
            <a:off x="161918" y="4806000"/>
            <a:ext cx="4857600" cy="270000"/>
          </a:xfrm>
          <a:prstGeom prst="rect">
            <a:avLst/>
          </a:prstGeom>
          <a:noFill/>
          <a:ln>
            <a:noFill/>
          </a:ln>
        </p:spPr>
        <p:txBody>
          <a:bodyPr lIns="0" bIns="0" anchor="ctr" rIns="0" anchorCtr="0" wrap="square" spcFirstLastPara="1" tIns="0">
            <a:noAutofit/>
          </a:bodyPr>
          <a:lstStyle/>
          <a:p>
            <a:pPr lvl="0" indent="0" marR="0" rtl="0" marL="0" algn="l">
              <a:spcBef>
                <a:spcPts val="0"/>
              </a:spcBef>
              <a:spcAft>
                <a:spcPts val="0"/>
              </a:spcAft>
              <a:buNone/>
            </a:pPr>
            <a:fld id="{00000000-1234-1234-1234-123412341234}" type="slidenum">
              <a:rPr b="1" cap="none" u="none" sz="1200" strike="noStrike" i="0" lang="ja">
                <a:solidFill>
                  <a:srgbClr val="7F7F7F"/>
                </a:solidFill>
                <a:latin typeface="Quattrocento Sans"/>
                <a:ea typeface="Quattrocento Sans"/>
                <a:cs typeface="Quattrocento Sans"/>
                <a:sym typeface="Quattrocento Sans"/>
              </a:rPr>
              <a:t>‹#›</a:t>
            </a:fld>
            <a:r>
              <a:rPr b="1" cap="none" u="none" sz="1200" strike="noStrike" i="0" lang="ja">
                <a:solidFill>
                  <a:srgbClr val="7F7F7F"/>
                </a:solidFill>
                <a:latin typeface="Quattrocento Sans"/>
                <a:ea typeface="Quattrocento Sans"/>
                <a:cs typeface="Quattrocento Sans"/>
                <a:sym typeface="Quattrocento Sans"/>
              </a:rPr>
              <a:t>  </a:t>
            </a:r>
            <a:r>
              <a:rPr b="0" cap="none" u="none" sz="1200" strike="noStrike" i="0" lang="ja">
                <a:solidFill>
                  <a:srgbClr val="7FD13B"/>
                </a:solidFill>
                <a:latin typeface="Open Sans"/>
                <a:ea typeface="Open Sans"/>
                <a:cs typeface="Open Sans"/>
                <a:sym typeface="Open Sans"/>
              </a:rPr>
              <a:t>▇</a:t>
            </a:r>
            <a:r>
              <a:rPr b="0" cap="none" u="none" sz="1200" strike="noStrike" i="0" lang="ja">
                <a:solidFill>
                  <a:srgbClr val="EA157A"/>
                </a:solidFill>
                <a:latin typeface="Open Sans"/>
                <a:ea typeface="Open Sans"/>
                <a:cs typeface="Open Sans"/>
                <a:sym typeface="Open Sans"/>
              </a:rPr>
              <a:t>▇</a:t>
            </a:r>
            <a:r>
              <a:rPr b="0" cap="none" u="none" sz="1200" strike="noStrike" i="0" lang="ja">
                <a:solidFill>
                  <a:srgbClr val="007DEA"/>
                </a:solidFill>
                <a:latin typeface="Open Sans"/>
                <a:ea typeface="Open Sans"/>
                <a:cs typeface="Open Sans"/>
                <a:sym typeface="Open Sans"/>
              </a:rPr>
              <a:t>▇</a:t>
            </a:r>
            <a:r>
              <a:rPr b="0" cap="none" u="none" sz="1200" strike="noStrike" i="0" lang="ja">
                <a:solidFill>
                  <a:srgbClr val="7FD13B"/>
                </a:solidFill>
                <a:latin typeface="Open Sans"/>
                <a:ea typeface="Open Sans"/>
                <a:cs typeface="Open Sans"/>
                <a:sym typeface="Open Sans"/>
              </a:rPr>
              <a:t> </a:t>
            </a:r>
            <a:r>
              <a:rPr b="0" cap="none" u="none" sz="1200" strike="noStrike" i="0" lang="ja">
                <a:solidFill>
                  <a:schemeClr val="dk1"/>
                </a:solidFill>
                <a:latin typeface="Open Sans"/>
                <a:ea typeface="Open Sans"/>
                <a:cs typeface="Open Sans"/>
                <a:sym typeface="Open Sans"/>
              </a:rPr>
              <a:t>The OpenChain project Japan work group / CC BY 4.0</a:t>
            </a:r>
            <a:endParaRPr b="0" cap="none" u="none" sz="1200" strike="noStrike" i="0">
              <a:solidFill>
                <a:srgbClr val="A5A5A5"/>
              </a:solidFill>
              <a:latin typeface="Open Sans"/>
              <a:ea typeface="Open Sans"/>
              <a:cs typeface="Open Sans"/>
              <a:sym typeface="Open Sans"/>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7_MiddlePage_1_white">
  <p:cSld name="7_MiddlePage_1_white">
    <p:spTree>
      <p:nvGrpSpPr>
        <p:cNvPr name="Shape 11" id="11"/>
        <p:cNvGrpSpPr/>
        <p:nvPr/>
      </p:nvGrpSpPr>
      <p:grpSpPr>
        <a:xfrm>
          <a:off x="0" y="0"/>
          <a:ext cx="0" cy="0"/>
          <a:chOff x="0" y="0"/>
          <a:chExt cx="0" cy="0"/>
        </a:xfrm>
      </p:grpSpPr>
      <p:sp>
        <p:nvSpPr>
          <p:cNvPr name="Google Shape;12;p3" id="12"/>
          <p:cNvSpPr txBox="1"/>
          <p:nvPr>
            <p:ph type="title"/>
          </p:nvPr>
        </p:nvSpPr>
        <p:spPr>
          <a:xfrm>
            <a:off x="432000" y="34524"/>
            <a:ext cx="8280000" cy="594300"/>
          </a:xfrm>
          <a:prstGeom prst="rect">
            <a:avLst/>
          </a:prstGeom>
          <a:noFill/>
          <a:ln>
            <a:noFill/>
          </a:ln>
        </p:spPr>
        <p:txBody>
          <a:bodyPr lIns="0" bIns="0" anchor="b" rIns="0" anchorCtr="0" wrap="square" spcFirstLastPara="1" tIns="0">
            <a:noAutofit/>
          </a:bodyPr>
          <a:lstStyle>
            <a:lvl1pPr lvl="0" marR="0" rtl="0" algn="l">
              <a:spcBef>
                <a:spcPts val="0"/>
              </a:spcBef>
              <a:spcAft>
                <a:spcPts val="0"/>
              </a:spcAft>
              <a:buSzPts val="1100"/>
              <a:buNone/>
              <a:defRPr b="0" cap="none" u="none" sz="1440" strike="noStrike" i="0">
                <a:solidFill>
                  <a:schemeClr val="dk1"/>
                </a:solidFill>
                <a:latin typeface="Tahoma"/>
                <a:ea typeface="Tahoma"/>
                <a:cs typeface="Tahoma"/>
                <a:sym typeface="Tahoma"/>
              </a:defRPr>
            </a:lvl1pPr>
            <a:lvl2pPr lvl="1" marR="0" rtl="0" algn="l">
              <a:spcBef>
                <a:spcPts val="0"/>
              </a:spcBef>
              <a:spcAft>
                <a:spcPts val="0"/>
              </a:spcAft>
              <a:buSzPts val="1100"/>
              <a:buNone/>
              <a:defRPr b="0" cap="none" u="none" sz="1440" strike="noStrike" i="0">
                <a:solidFill>
                  <a:schemeClr val="dk2"/>
                </a:solidFill>
                <a:latin typeface="Arial"/>
                <a:ea typeface="Arial"/>
                <a:cs typeface="Arial"/>
                <a:sym typeface="Arial"/>
              </a:defRPr>
            </a:lvl2pPr>
            <a:lvl3pPr lvl="2" marR="0" rtl="0" algn="l">
              <a:spcBef>
                <a:spcPts val="0"/>
              </a:spcBef>
              <a:spcAft>
                <a:spcPts val="0"/>
              </a:spcAft>
              <a:buSzPts val="1100"/>
              <a:buNone/>
              <a:defRPr b="0" cap="none" u="none" sz="1440" strike="noStrike" i="0">
                <a:solidFill>
                  <a:schemeClr val="dk2"/>
                </a:solidFill>
                <a:latin typeface="Arial"/>
                <a:ea typeface="Arial"/>
                <a:cs typeface="Arial"/>
                <a:sym typeface="Arial"/>
              </a:defRPr>
            </a:lvl3pPr>
            <a:lvl4pPr lvl="3" marR="0" rtl="0" algn="l">
              <a:spcBef>
                <a:spcPts val="0"/>
              </a:spcBef>
              <a:spcAft>
                <a:spcPts val="0"/>
              </a:spcAft>
              <a:buSzPts val="1100"/>
              <a:buNone/>
              <a:defRPr b="0" cap="none" u="none" sz="1440" strike="noStrike" i="0">
                <a:solidFill>
                  <a:schemeClr val="dk2"/>
                </a:solidFill>
                <a:latin typeface="Arial"/>
                <a:ea typeface="Arial"/>
                <a:cs typeface="Arial"/>
                <a:sym typeface="Arial"/>
              </a:defRPr>
            </a:lvl4pPr>
            <a:lvl5pPr lvl="4" marR="0" rtl="0" algn="l">
              <a:spcBef>
                <a:spcPts val="0"/>
              </a:spcBef>
              <a:spcAft>
                <a:spcPts val="0"/>
              </a:spcAft>
              <a:buSzPts val="1100"/>
              <a:buNone/>
              <a:defRPr b="0" cap="none" u="none" sz="1440" strike="noStrike" i="0">
                <a:solidFill>
                  <a:schemeClr val="dk2"/>
                </a:solidFill>
                <a:latin typeface="Arial"/>
                <a:ea typeface="Arial"/>
                <a:cs typeface="Arial"/>
                <a:sym typeface="Arial"/>
              </a:defRPr>
            </a:lvl5pPr>
            <a:lvl6pPr lvl="5" marR="0" rtl="0" algn="l">
              <a:spcBef>
                <a:spcPts val="0"/>
              </a:spcBef>
              <a:spcAft>
                <a:spcPts val="0"/>
              </a:spcAft>
              <a:buSzPts val="1100"/>
              <a:buNone/>
              <a:defRPr b="0" cap="none" u="none" sz="1600" strike="noStrike" i="0">
                <a:solidFill>
                  <a:schemeClr val="dk2"/>
                </a:solidFill>
                <a:latin typeface="Arial"/>
                <a:ea typeface="Arial"/>
                <a:cs typeface="Arial"/>
                <a:sym typeface="Arial"/>
              </a:defRPr>
            </a:lvl6pPr>
            <a:lvl7pPr lvl="6" marR="0" rtl="0" algn="l">
              <a:spcBef>
                <a:spcPts val="0"/>
              </a:spcBef>
              <a:spcAft>
                <a:spcPts val="0"/>
              </a:spcAft>
              <a:buSzPts val="1100"/>
              <a:buNone/>
              <a:defRPr b="0" cap="none" u="none" sz="1600" strike="noStrike" i="0">
                <a:solidFill>
                  <a:schemeClr val="dk2"/>
                </a:solidFill>
                <a:latin typeface="Arial"/>
                <a:ea typeface="Arial"/>
                <a:cs typeface="Arial"/>
                <a:sym typeface="Arial"/>
              </a:defRPr>
            </a:lvl7pPr>
            <a:lvl8pPr lvl="7" marR="0" rtl="0" algn="l">
              <a:spcBef>
                <a:spcPts val="0"/>
              </a:spcBef>
              <a:spcAft>
                <a:spcPts val="0"/>
              </a:spcAft>
              <a:buSzPts val="1100"/>
              <a:buNone/>
              <a:defRPr b="0" cap="none" u="none" sz="1600" strike="noStrike" i="0">
                <a:solidFill>
                  <a:schemeClr val="dk2"/>
                </a:solidFill>
                <a:latin typeface="Arial"/>
                <a:ea typeface="Arial"/>
                <a:cs typeface="Arial"/>
                <a:sym typeface="Arial"/>
              </a:defRPr>
            </a:lvl8pPr>
            <a:lvl9pPr lvl="8" marR="0" rtl="0" algn="l">
              <a:spcBef>
                <a:spcPts val="0"/>
              </a:spcBef>
              <a:spcAft>
                <a:spcPts val="0"/>
              </a:spcAft>
              <a:buSzPts val="1100"/>
              <a:buNone/>
              <a:defRPr b="0" cap="none" u="none" sz="1600" strike="noStrike" i="0">
                <a:solidFill>
                  <a:schemeClr val="dk2"/>
                </a:solidFill>
                <a:latin typeface="Arial"/>
                <a:ea typeface="Arial"/>
                <a:cs typeface="Arial"/>
                <a:sym typeface="Arial"/>
              </a:defRPr>
            </a:lvl9pPr>
          </a:lstStyle>
          <a:p/>
        </p:txBody>
      </p:sp>
      <p:cxnSp>
        <p:nvCxnSpPr>
          <p:cNvPr name="Google Shape;13;p3" id="13"/>
          <p:cNvCxnSpPr/>
          <p:nvPr/>
        </p:nvCxnSpPr>
        <p:spPr>
          <a:xfrm>
            <a:off x="269860" y="681698"/>
            <a:ext cx="8635500" cy="0"/>
          </a:xfrm>
          <a:prstGeom prst="straightConnector1">
            <a:avLst/>
          </a:prstGeom>
          <a:noFill/>
          <a:ln cmpd="sng" cap="flat" w="9525">
            <a:solidFill>
              <a:srgbClr val="333333"/>
            </a:solidFill>
            <a:prstDash val="solid"/>
            <a:round/>
            <a:headEnd len="sm" w="sm" type="none"/>
            <a:tailEnd len="sm" w="sm" type="none"/>
          </a:ln>
        </p:spPr>
      </p:cxnSp>
      <p:sp>
        <p:nvSpPr>
          <p:cNvPr name="Google Shape;14;p3" id="14"/>
          <p:cNvSpPr txBox="1"/>
          <p:nvPr/>
        </p:nvSpPr>
        <p:spPr>
          <a:xfrm>
            <a:off x="161918" y="4806000"/>
            <a:ext cx="4857600" cy="270000"/>
          </a:xfrm>
          <a:prstGeom prst="rect">
            <a:avLst/>
          </a:prstGeom>
          <a:noFill/>
          <a:ln>
            <a:noFill/>
          </a:ln>
        </p:spPr>
        <p:txBody>
          <a:bodyPr lIns="0" bIns="0" anchor="ctr" rIns="0" anchorCtr="0" wrap="square" spcFirstLastPara="1" tIns="0">
            <a:noAutofit/>
          </a:bodyPr>
          <a:lstStyle/>
          <a:p>
            <a:pPr lvl="0" indent="0" marR="0" rtl="0" marL="0" algn="l">
              <a:spcBef>
                <a:spcPts val="0"/>
              </a:spcBef>
              <a:spcAft>
                <a:spcPts val="0"/>
              </a:spcAft>
              <a:buNone/>
            </a:pPr>
            <a:fld id="{00000000-1234-1234-1234-123412341234}" type="slidenum">
              <a:rPr b="1" cap="none" u="none" sz="1200" strike="noStrike" i="0" lang="ja">
                <a:solidFill>
                  <a:srgbClr val="7F7F7F"/>
                </a:solidFill>
                <a:latin typeface="Quattrocento Sans"/>
                <a:ea typeface="Quattrocento Sans"/>
                <a:cs typeface="Quattrocento Sans"/>
                <a:sym typeface="Quattrocento Sans"/>
              </a:rPr>
              <a:t>‹#›</a:t>
            </a:fld>
            <a:r>
              <a:rPr b="1" cap="none" u="none" sz="1200" strike="noStrike" i="0" lang="ja">
                <a:solidFill>
                  <a:srgbClr val="7F7F7F"/>
                </a:solidFill>
                <a:latin typeface="Quattrocento Sans"/>
                <a:ea typeface="Quattrocento Sans"/>
                <a:cs typeface="Quattrocento Sans"/>
                <a:sym typeface="Quattrocento Sans"/>
              </a:rPr>
              <a:t>  </a:t>
            </a:r>
            <a:r>
              <a:rPr b="0" cap="none" u="none" sz="1200" strike="noStrike" i="0" lang="ja">
                <a:solidFill>
                  <a:srgbClr val="7FD13B"/>
                </a:solidFill>
                <a:latin typeface="Open Sans"/>
                <a:ea typeface="Open Sans"/>
                <a:cs typeface="Open Sans"/>
                <a:sym typeface="Open Sans"/>
              </a:rPr>
              <a:t>▇</a:t>
            </a:r>
            <a:r>
              <a:rPr b="0" cap="none" u="none" sz="1200" strike="noStrike" i="0" lang="ja">
                <a:solidFill>
                  <a:srgbClr val="EA157A"/>
                </a:solidFill>
                <a:latin typeface="Open Sans"/>
                <a:ea typeface="Open Sans"/>
                <a:cs typeface="Open Sans"/>
                <a:sym typeface="Open Sans"/>
              </a:rPr>
              <a:t>▇</a:t>
            </a:r>
            <a:r>
              <a:rPr b="0" cap="none" u="none" sz="1200" strike="noStrike" i="0" lang="ja">
                <a:solidFill>
                  <a:srgbClr val="007DEA"/>
                </a:solidFill>
                <a:latin typeface="Open Sans"/>
                <a:ea typeface="Open Sans"/>
                <a:cs typeface="Open Sans"/>
                <a:sym typeface="Open Sans"/>
              </a:rPr>
              <a:t>▇</a:t>
            </a:r>
            <a:r>
              <a:rPr b="0" cap="none" u="none" sz="1200" strike="noStrike" i="0" lang="ja">
                <a:solidFill>
                  <a:srgbClr val="7FD13B"/>
                </a:solidFill>
                <a:latin typeface="Open Sans"/>
                <a:ea typeface="Open Sans"/>
                <a:cs typeface="Open Sans"/>
                <a:sym typeface="Open Sans"/>
              </a:rPr>
              <a:t> </a:t>
            </a:r>
            <a:r>
              <a:rPr b="0" cap="none" u="none" sz="1200" strike="noStrike" i="0" lang="ja">
                <a:solidFill>
                  <a:schemeClr val="dk1"/>
                </a:solidFill>
                <a:latin typeface="Open Sans"/>
                <a:ea typeface="Open Sans"/>
                <a:cs typeface="Open Sans"/>
                <a:sym typeface="Open Sans"/>
              </a:rPr>
              <a:t>The OpenChain project Japan work group / CC BY 4.0</a:t>
            </a:r>
            <a:endParaRPr b="0" cap="none" u="none" sz="1200" strike="noStrike" i="0">
              <a:solidFill>
                <a:srgbClr val="A5A5A5"/>
              </a:solidFill>
              <a:latin typeface="Open Sans"/>
              <a:ea typeface="Open Sans"/>
              <a:cs typeface="Open Sans"/>
              <a:sym typeface="Open Sans"/>
            </a:endParaRPr>
          </a:p>
        </p:txBody>
      </p:sp>
      <p:sp>
        <p:nvSpPr>
          <p:cNvPr name="Google Shape;15;p3" id="15"/>
          <p:cNvSpPr txBox="1"/>
          <p:nvPr/>
        </p:nvSpPr>
        <p:spPr>
          <a:xfrm>
            <a:off x="7114375" y="4778975"/>
            <a:ext cx="1894500" cy="284700"/>
          </a:xfrm>
          <a:prstGeom prst="rect">
            <a:avLst/>
          </a:prstGeom>
          <a:noFill/>
          <a:ln>
            <a:noFill/>
          </a:ln>
        </p:spPr>
        <p:txBody>
          <a:bodyPr lIns="68575" bIns="34275" anchor="t" rIns="68575" anchorCtr="0" wrap="square" spcFirstLastPara="1" tIns="34275">
            <a:spAutoFit/>
          </a:bodyPr>
          <a:lstStyle/>
          <a:p>
            <a:pPr lvl="0" indent="0" marR="0" rtl="0" marL="0" algn="l">
              <a:spcBef>
                <a:spcPts val="0"/>
              </a:spcBef>
              <a:spcAft>
                <a:spcPts val="0"/>
              </a:spcAft>
              <a:buNone/>
            </a:pPr>
            <a:r>
              <a:rPr b="0" cap="none" u="none" sz="1400" strike="noStrike" i="0" lang="ja">
                <a:solidFill>
                  <a:schemeClr val="dk1"/>
                </a:solidFill>
                <a:latin typeface="Quattrocento Sans"/>
                <a:ea typeface="Quattrocento Sans"/>
                <a:cs typeface="Quattrocento Sans"/>
                <a:sym typeface="Quattrocento Sans"/>
              </a:rPr>
              <a:t>2022/</a:t>
            </a:r>
            <a:r>
              <a:rPr lang="ja">
                <a:solidFill>
                  <a:schemeClr val="dk1"/>
                </a:solidFill>
                <a:latin typeface="Quattrocento Sans"/>
                <a:ea typeface="Quattrocento Sans"/>
                <a:cs typeface="Quattrocento Sans"/>
                <a:sym typeface="Quattrocento Sans"/>
              </a:rPr>
              <a:t>3/31-</a:t>
            </a:r>
            <a:r>
              <a:rPr b="0" cap="none" u="none" sz="1400" strike="noStrike" i="0" lang="ja">
                <a:solidFill>
                  <a:schemeClr val="dk1"/>
                </a:solidFill>
                <a:latin typeface="Quattrocento Sans"/>
                <a:ea typeface="Quattrocento Sans"/>
                <a:cs typeface="Quattrocento Sans"/>
                <a:sym typeface="Quattrocento Sans"/>
              </a:rPr>
              <a:t>4/</a:t>
            </a:r>
            <a:r>
              <a:rPr lang="ja">
                <a:solidFill>
                  <a:schemeClr val="dk1"/>
                </a:solidFill>
                <a:latin typeface="Quattrocento Sans"/>
                <a:ea typeface="Quattrocento Sans"/>
                <a:cs typeface="Quattrocento Sans"/>
                <a:sym typeface="Quattrocento Sans"/>
              </a:rPr>
              <a:t>30調査</a:t>
            </a:r>
            <a:endParaRPr sz="110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6_MiddlePage_1_white　CC-BY">
  <p:cSld name="6_MiddlePage_1_white">
    <p:spTree>
      <p:nvGrpSpPr>
        <p:cNvPr name="Shape 16" id="16"/>
        <p:cNvGrpSpPr/>
        <p:nvPr/>
      </p:nvGrpSpPr>
      <p:grpSpPr>
        <a:xfrm>
          <a:off x="0" y="0"/>
          <a:ext cx="0" cy="0"/>
          <a:chOff x="0" y="0"/>
          <a:chExt cx="0" cy="0"/>
        </a:xfrm>
      </p:grpSpPr>
      <p:sp>
        <p:nvSpPr>
          <p:cNvPr name="Google Shape;17;p4" id="17"/>
          <p:cNvSpPr txBox="1"/>
          <p:nvPr>
            <p:ph type="title"/>
          </p:nvPr>
        </p:nvSpPr>
        <p:spPr>
          <a:xfrm>
            <a:off x="432000" y="34524"/>
            <a:ext cx="8280000" cy="594300"/>
          </a:xfrm>
          <a:prstGeom prst="rect">
            <a:avLst/>
          </a:prstGeom>
          <a:noFill/>
          <a:ln>
            <a:noFill/>
          </a:ln>
        </p:spPr>
        <p:txBody>
          <a:bodyPr lIns="0" bIns="0" anchor="b" rIns="0" anchorCtr="0" wrap="square" spcFirstLastPara="1" tIns="0">
            <a:noAutofit/>
          </a:bodyPr>
          <a:lstStyle>
            <a:lvl1pPr lvl="0" marR="0" rtl="0" algn="l">
              <a:spcBef>
                <a:spcPts val="0"/>
              </a:spcBef>
              <a:spcAft>
                <a:spcPts val="0"/>
              </a:spcAft>
              <a:buSzPts val="1100"/>
              <a:buNone/>
              <a:defRPr b="0" cap="none" u="none" sz="1440" strike="noStrike" i="0">
                <a:solidFill>
                  <a:schemeClr val="dk1"/>
                </a:solidFill>
                <a:latin typeface="Tahoma"/>
                <a:ea typeface="Tahoma"/>
                <a:cs typeface="Tahoma"/>
                <a:sym typeface="Tahoma"/>
              </a:defRPr>
            </a:lvl1pPr>
            <a:lvl2pPr lvl="1" marR="0" rtl="0" algn="l">
              <a:spcBef>
                <a:spcPts val="0"/>
              </a:spcBef>
              <a:spcAft>
                <a:spcPts val="0"/>
              </a:spcAft>
              <a:buSzPts val="1100"/>
              <a:buNone/>
              <a:defRPr b="0" cap="none" u="none" sz="1440" strike="noStrike" i="0">
                <a:solidFill>
                  <a:schemeClr val="dk2"/>
                </a:solidFill>
                <a:latin typeface="Arial"/>
                <a:ea typeface="Arial"/>
                <a:cs typeface="Arial"/>
                <a:sym typeface="Arial"/>
              </a:defRPr>
            </a:lvl2pPr>
            <a:lvl3pPr lvl="2" marR="0" rtl="0" algn="l">
              <a:spcBef>
                <a:spcPts val="0"/>
              </a:spcBef>
              <a:spcAft>
                <a:spcPts val="0"/>
              </a:spcAft>
              <a:buSzPts val="1100"/>
              <a:buNone/>
              <a:defRPr b="0" cap="none" u="none" sz="1440" strike="noStrike" i="0">
                <a:solidFill>
                  <a:schemeClr val="dk2"/>
                </a:solidFill>
                <a:latin typeface="Arial"/>
                <a:ea typeface="Arial"/>
                <a:cs typeface="Arial"/>
                <a:sym typeface="Arial"/>
              </a:defRPr>
            </a:lvl3pPr>
            <a:lvl4pPr lvl="3" marR="0" rtl="0" algn="l">
              <a:spcBef>
                <a:spcPts val="0"/>
              </a:spcBef>
              <a:spcAft>
                <a:spcPts val="0"/>
              </a:spcAft>
              <a:buSzPts val="1100"/>
              <a:buNone/>
              <a:defRPr b="0" cap="none" u="none" sz="1440" strike="noStrike" i="0">
                <a:solidFill>
                  <a:schemeClr val="dk2"/>
                </a:solidFill>
                <a:latin typeface="Arial"/>
                <a:ea typeface="Arial"/>
                <a:cs typeface="Arial"/>
                <a:sym typeface="Arial"/>
              </a:defRPr>
            </a:lvl4pPr>
            <a:lvl5pPr lvl="4" marR="0" rtl="0" algn="l">
              <a:spcBef>
                <a:spcPts val="0"/>
              </a:spcBef>
              <a:spcAft>
                <a:spcPts val="0"/>
              </a:spcAft>
              <a:buSzPts val="1100"/>
              <a:buNone/>
              <a:defRPr b="0" cap="none" u="none" sz="1440" strike="noStrike" i="0">
                <a:solidFill>
                  <a:schemeClr val="dk2"/>
                </a:solidFill>
                <a:latin typeface="Arial"/>
                <a:ea typeface="Arial"/>
                <a:cs typeface="Arial"/>
                <a:sym typeface="Arial"/>
              </a:defRPr>
            </a:lvl5pPr>
            <a:lvl6pPr lvl="5" marR="0" rtl="0" algn="l">
              <a:spcBef>
                <a:spcPts val="0"/>
              </a:spcBef>
              <a:spcAft>
                <a:spcPts val="0"/>
              </a:spcAft>
              <a:buSzPts val="1100"/>
              <a:buNone/>
              <a:defRPr b="0" cap="none" u="none" sz="1600" strike="noStrike" i="0">
                <a:solidFill>
                  <a:schemeClr val="dk2"/>
                </a:solidFill>
                <a:latin typeface="Arial"/>
                <a:ea typeface="Arial"/>
                <a:cs typeface="Arial"/>
                <a:sym typeface="Arial"/>
              </a:defRPr>
            </a:lvl6pPr>
            <a:lvl7pPr lvl="6" marR="0" rtl="0" algn="l">
              <a:spcBef>
                <a:spcPts val="0"/>
              </a:spcBef>
              <a:spcAft>
                <a:spcPts val="0"/>
              </a:spcAft>
              <a:buSzPts val="1100"/>
              <a:buNone/>
              <a:defRPr b="0" cap="none" u="none" sz="1600" strike="noStrike" i="0">
                <a:solidFill>
                  <a:schemeClr val="dk2"/>
                </a:solidFill>
                <a:latin typeface="Arial"/>
                <a:ea typeface="Arial"/>
                <a:cs typeface="Arial"/>
                <a:sym typeface="Arial"/>
              </a:defRPr>
            </a:lvl7pPr>
            <a:lvl8pPr lvl="7" marR="0" rtl="0" algn="l">
              <a:spcBef>
                <a:spcPts val="0"/>
              </a:spcBef>
              <a:spcAft>
                <a:spcPts val="0"/>
              </a:spcAft>
              <a:buSzPts val="1100"/>
              <a:buNone/>
              <a:defRPr b="0" cap="none" u="none" sz="1600" strike="noStrike" i="0">
                <a:solidFill>
                  <a:schemeClr val="dk2"/>
                </a:solidFill>
                <a:latin typeface="Arial"/>
                <a:ea typeface="Arial"/>
                <a:cs typeface="Arial"/>
                <a:sym typeface="Arial"/>
              </a:defRPr>
            </a:lvl8pPr>
            <a:lvl9pPr lvl="8" marR="0" rtl="0" algn="l">
              <a:spcBef>
                <a:spcPts val="0"/>
              </a:spcBef>
              <a:spcAft>
                <a:spcPts val="0"/>
              </a:spcAft>
              <a:buSzPts val="1100"/>
              <a:buNone/>
              <a:defRPr b="0" cap="none" u="none" sz="1600" strike="noStrike" i="0">
                <a:solidFill>
                  <a:schemeClr val="dk2"/>
                </a:solidFill>
                <a:latin typeface="Arial"/>
                <a:ea typeface="Arial"/>
                <a:cs typeface="Arial"/>
                <a:sym typeface="Arial"/>
              </a:defRPr>
            </a:lvl9pPr>
          </a:lstStyle>
          <a:p/>
        </p:txBody>
      </p:sp>
      <p:sp>
        <p:nvSpPr>
          <p:cNvPr name="Google Shape;18;p4" id="18"/>
          <p:cNvSpPr txBox="1"/>
          <p:nvPr>
            <p:ph idx="1" type="body"/>
          </p:nvPr>
        </p:nvSpPr>
        <p:spPr>
          <a:xfrm>
            <a:off x="432000" y="792368"/>
            <a:ext cx="8280000" cy="3835800"/>
          </a:xfrm>
          <a:prstGeom prst="rect">
            <a:avLst/>
          </a:prstGeom>
          <a:noFill/>
          <a:ln>
            <a:noFill/>
          </a:ln>
        </p:spPr>
        <p:txBody>
          <a:bodyPr lIns="49625" bIns="24875" anchor="t" rIns="49625" anchorCtr="0" wrap="square" spcFirstLastPara="1" tIns="24875">
            <a:noAutofit/>
          </a:bodyPr>
          <a:lstStyle>
            <a:lvl1pPr lvl="0" indent="-342900" marR="0" rtl="0" marL="457200" algn="l">
              <a:spcBef>
                <a:spcPts val="0"/>
              </a:spcBef>
              <a:spcAft>
                <a:spcPts val="0"/>
              </a:spcAft>
              <a:buClr>
                <a:schemeClr val="dk1"/>
              </a:buClr>
              <a:buSzPts val="1800"/>
              <a:buFont typeface="Arial"/>
              <a:buChar char="•"/>
              <a:defRPr b="0" cap="none" u="none" sz="1440" strike="noStrike" i="0">
                <a:solidFill>
                  <a:schemeClr val="dk1"/>
                </a:solidFill>
                <a:latin typeface="Quattrocento Sans"/>
                <a:ea typeface="Quattrocento Sans"/>
                <a:cs typeface="Quattrocento Sans"/>
                <a:sym typeface="Quattrocento Sans"/>
              </a:defRPr>
            </a:lvl1pPr>
            <a:lvl2pPr lvl="1" indent="-323850" marR="0" rtl="0" marL="914400" algn="l">
              <a:spcBef>
                <a:spcPts val="0"/>
              </a:spcBef>
              <a:spcAft>
                <a:spcPts val="0"/>
              </a:spcAft>
              <a:buClr>
                <a:schemeClr val="dk1"/>
              </a:buClr>
              <a:buSzPts val="1500"/>
              <a:buFont typeface="Arial"/>
              <a:buChar char="•"/>
              <a:defRPr b="0" cap="none" u="none" sz="1200" strike="noStrike" i="0">
                <a:solidFill>
                  <a:schemeClr val="dk1"/>
                </a:solidFill>
                <a:latin typeface="Quattrocento Sans"/>
                <a:ea typeface="Quattrocento Sans"/>
                <a:cs typeface="Quattrocento Sans"/>
                <a:sym typeface="Quattrocento Sans"/>
              </a:defRPr>
            </a:lvl2pPr>
            <a:lvl3pPr lvl="2" indent="-304800" marR="0" rtl="0" marL="1371600" algn="l">
              <a:spcBef>
                <a:spcPts val="0"/>
              </a:spcBef>
              <a:spcAft>
                <a:spcPts val="0"/>
              </a:spcAft>
              <a:buClr>
                <a:schemeClr val="dk1"/>
              </a:buClr>
              <a:buSzPts val="1200"/>
              <a:buFont typeface="Arial"/>
              <a:buChar char="•"/>
              <a:defRPr b="0" cap="none" u="none" sz="960" strike="noStrike" i="0">
                <a:solidFill>
                  <a:schemeClr val="dk1"/>
                </a:solidFill>
                <a:latin typeface="Quattrocento Sans"/>
                <a:ea typeface="Quattrocento Sans"/>
                <a:cs typeface="Quattrocento Sans"/>
                <a:sym typeface="Quattrocento Sans"/>
              </a:defRPr>
            </a:lvl3pPr>
            <a:lvl4pPr lvl="3" indent="-298450" marR="0" rtl="0" marL="1828800" algn="l">
              <a:spcBef>
                <a:spcPts val="0"/>
              </a:spcBef>
              <a:spcAft>
                <a:spcPts val="0"/>
              </a:spcAft>
              <a:buClr>
                <a:schemeClr val="dk1"/>
              </a:buClr>
              <a:buSzPts val="1100"/>
              <a:buFont typeface="Arial"/>
              <a:buChar char="•"/>
              <a:defRPr b="0" cap="none" u="none" sz="880" strike="noStrike" i="0">
                <a:solidFill>
                  <a:schemeClr val="dk1"/>
                </a:solidFill>
                <a:latin typeface="Quattrocento Sans"/>
                <a:ea typeface="Quattrocento Sans"/>
                <a:cs typeface="Quattrocento Sans"/>
                <a:sym typeface="Quattrocento Sans"/>
              </a:defRPr>
            </a:lvl4pPr>
            <a:lvl5pPr lvl="4" indent="-298450" marR="0" rtl="0" marL="2286000" algn="l">
              <a:spcBef>
                <a:spcPts val="0"/>
              </a:spcBef>
              <a:spcAft>
                <a:spcPts val="0"/>
              </a:spcAft>
              <a:buClr>
                <a:schemeClr val="dk1"/>
              </a:buClr>
              <a:buSzPts val="1100"/>
              <a:buFont typeface="Arial"/>
              <a:buChar char="•"/>
              <a:defRPr b="0" cap="none" u="none" sz="880" strike="noStrike" i="0">
                <a:solidFill>
                  <a:schemeClr val="dk1"/>
                </a:solidFill>
                <a:latin typeface="Quattrocento Sans"/>
                <a:ea typeface="Quattrocento Sans"/>
                <a:cs typeface="Quattrocento Sans"/>
                <a:sym typeface="Quattrocento Sans"/>
              </a:defRPr>
            </a:lvl5pPr>
            <a:lvl6pPr lvl="5" indent="-298450" marR="0" rtl="0" marL="2743200" algn="l">
              <a:spcBef>
                <a:spcPts val="200"/>
              </a:spcBef>
              <a:spcAft>
                <a:spcPts val="0"/>
              </a:spcAft>
              <a:buClr>
                <a:schemeClr val="dk1"/>
              </a:buClr>
              <a:buSzPts val="1100"/>
              <a:buFont typeface="Quattrocento Sans"/>
              <a:buChar char="»"/>
              <a:defRPr b="0" cap="none" u="none" sz="880" strike="noStrike" i="0">
                <a:solidFill>
                  <a:schemeClr val="dk1"/>
                </a:solidFill>
                <a:latin typeface="Quattrocento Sans"/>
                <a:ea typeface="Quattrocento Sans"/>
                <a:cs typeface="Quattrocento Sans"/>
                <a:sym typeface="Quattrocento Sans"/>
              </a:defRPr>
            </a:lvl6pPr>
            <a:lvl7pPr lvl="6" indent="-298450" marR="0" rtl="0" marL="3200400" algn="l">
              <a:spcBef>
                <a:spcPts val="200"/>
              </a:spcBef>
              <a:spcAft>
                <a:spcPts val="0"/>
              </a:spcAft>
              <a:buClr>
                <a:schemeClr val="dk1"/>
              </a:buClr>
              <a:buSzPts val="1100"/>
              <a:buFont typeface="Quattrocento Sans"/>
              <a:buChar char="»"/>
              <a:defRPr b="0" cap="none" u="none" sz="880" strike="noStrike" i="0">
                <a:solidFill>
                  <a:schemeClr val="dk1"/>
                </a:solidFill>
                <a:latin typeface="Quattrocento Sans"/>
                <a:ea typeface="Quattrocento Sans"/>
                <a:cs typeface="Quattrocento Sans"/>
                <a:sym typeface="Quattrocento Sans"/>
              </a:defRPr>
            </a:lvl7pPr>
            <a:lvl8pPr lvl="7" indent="-298450" marR="0" rtl="0" marL="3657600" algn="l">
              <a:spcBef>
                <a:spcPts val="200"/>
              </a:spcBef>
              <a:spcAft>
                <a:spcPts val="0"/>
              </a:spcAft>
              <a:buClr>
                <a:schemeClr val="dk1"/>
              </a:buClr>
              <a:buSzPts val="1100"/>
              <a:buFont typeface="Quattrocento Sans"/>
              <a:buChar char="»"/>
              <a:defRPr b="0" cap="none" u="none" sz="880" strike="noStrike" i="0">
                <a:solidFill>
                  <a:schemeClr val="dk1"/>
                </a:solidFill>
                <a:latin typeface="Quattrocento Sans"/>
                <a:ea typeface="Quattrocento Sans"/>
                <a:cs typeface="Quattrocento Sans"/>
                <a:sym typeface="Quattrocento Sans"/>
              </a:defRPr>
            </a:lvl8pPr>
            <a:lvl9pPr lvl="8" indent="-298450" marR="0" rtl="0" marL="4114800" algn="l">
              <a:spcBef>
                <a:spcPts val="200"/>
              </a:spcBef>
              <a:spcAft>
                <a:spcPts val="0"/>
              </a:spcAft>
              <a:buClr>
                <a:schemeClr val="dk1"/>
              </a:buClr>
              <a:buSzPts val="1100"/>
              <a:buFont typeface="Quattrocento Sans"/>
              <a:buChar char="»"/>
              <a:defRPr b="0" cap="none" u="none" sz="880" strike="noStrike" i="0">
                <a:solidFill>
                  <a:schemeClr val="dk1"/>
                </a:solidFill>
                <a:latin typeface="Quattrocento Sans"/>
                <a:ea typeface="Quattrocento Sans"/>
                <a:cs typeface="Quattrocento Sans"/>
                <a:sym typeface="Quattrocento Sans"/>
              </a:defRPr>
            </a:lvl9pPr>
          </a:lstStyle>
          <a:p/>
        </p:txBody>
      </p:sp>
      <p:cxnSp>
        <p:nvCxnSpPr>
          <p:cNvPr name="Google Shape;19;p4" id="19"/>
          <p:cNvCxnSpPr/>
          <p:nvPr/>
        </p:nvCxnSpPr>
        <p:spPr>
          <a:xfrm>
            <a:off x="269860" y="681698"/>
            <a:ext cx="8635500" cy="0"/>
          </a:xfrm>
          <a:prstGeom prst="straightConnector1">
            <a:avLst/>
          </a:prstGeom>
          <a:noFill/>
          <a:ln cmpd="sng" cap="flat" w="9525">
            <a:solidFill>
              <a:srgbClr val="333333"/>
            </a:solidFill>
            <a:prstDash val="solid"/>
            <a:round/>
            <a:headEnd len="sm" w="sm" type="none"/>
            <a:tailEnd len="sm" w="sm" type="none"/>
          </a:ln>
        </p:spPr>
      </p:cxnSp>
      <p:sp>
        <p:nvSpPr>
          <p:cNvPr name="Google Shape;20;p4" id="20"/>
          <p:cNvSpPr txBox="1"/>
          <p:nvPr/>
        </p:nvSpPr>
        <p:spPr>
          <a:xfrm>
            <a:off x="161918" y="4806000"/>
            <a:ext cx="4857600" cy="270000"/>
          </a:xfrm>
          <a:prstGeom prst="rect">
            <a:avLst/>
          </a:prstGeom>
          <a:noFill/>
          <a:ln>
            <a:noFill/>
          </a:ln>
        </p:spPr>
        <p:txBody>
          <a:bodyPr lIns="0" bIns="0" anchor="ctr" rIns="0" anchorCtr="0" wrap="square" spcFirstLastPara="1" tIns="0">
            <a:noAutofit/>
          </a:bodyPr>
          <a:lstStyle/>
          <a:p>
            <a:pPr lvl="0" indent="0" marR="0" rtl="0" marL="0" algn="l">
              <a:spcBef>
                <a:spcPts val="0"/>
              </a:spcBef>
              <a:spcAft>
                <a:spcPts val="0"/>
              </a:spcAft>
              <a:buNone/>
            </a:pPr>
            <a:fld id="{00000000-1234-1234-1234-123412341234}" type="slidenum">
              <a:rPr b="1" sz="1200" lang="ja">
                <a:solidFill>
                  <a:srgbClr val="7F7F7F"/>
                </a:solidFill>
                <a:latin typeface="Quattrocento Sans"/>
                <a:ea typeface="Quattrocento Sans"/>
                <a:cs typeface="Quattrocento Sans"/>
                <a:sym typeface="Quattrocento Sans"/>
              </a:rPr>
              <a:t>‹#›</a:t>
            </a:fld>
            <a:r>
              <a:rPr b="1" sz="1200" lang="ja">
                <a:solidFill>
                  <a:srgbClr val="7F7F7F"/>
                </a:solidFill>
                <a:latin typeface="Quattrocento Sans"/>
                <a:ea typeface="Quattrocento Sans"/>
                <a:cs typeface="Quattrocento Sans"/>
                <a:sym typeface="Quattrocento Sans"/>
              </a:rPr>
              <a:t>  </a:t>
            </a:r>
            <a:r>
              <a:rPr sz="1200" lang="ja">
                <a:solidFill>
                  <a:srgbClr val="7FD13B"/>
                </a:solidFill>
                <a:latin typeface="Open Sans"/>
                <a:ea typeface="Open Sans"/>
                <a:cs typeface="Open Sans"/>
                <a:sym typeface="Open Sans"/>
              </a:rPr>
              <a:t>▇</a:t>
            </a:r>
            <a:r>
              <a:rPr sz="1200" lang="ja">
                <a:solidFill>
                  <a:srgbClr val="EA157A"/>
                </a:solidFill>
                <a:latin typeface="Open Sans"/>
                <a:ea typeface="Open Sans"/>
                <a:cs typeface="Open Sans"/>
                <a:sym typeface="Open Sans"/>
              </a:rPr>
              <a:t>▇</a:t>
            </a:r>
            <a:r>
              <a:rPr sz="1200" lang="ja">
                <a:solidFill>
                  <a:srgbClr val="007DEA"/>
                </a:solidFill>
                <a:latin typeface="Open Sans"/>
                <a:ea typeface="Open Sans"/>
                <a:cs typeface="Open Sans"/>
                <a:sym typeface="Open Sans"/>
              </a:rPr>
              <a:t>▇</a:t>
            </a:r>
            <a:r>
              <a:rPr sz="1200" lang="ja">
                <a:solidFill>
                  <a:srgbClr val="7FD13B"/>
                </a:solidFill>
                <a:latin typeface="Open Sans"/>
                <a:ea typeface="Open Sans"/>
                <a:cs typeface="Open Sans"/>
                <a:sym typeface="Open Sans"/>
              </a:rPr>
              <a:t> </a:t>
            </a:r>
            <a:r>
              <a:rPr sz="1200" lang="ja">
                <a:solidFill>
                  <a:schemeClr val="dk1"/>
                </a:solidFill>
                <a:latin typeface="Open Sans"/>
                <a:ea typeface="Open Sans"/>
                <a:cs typeface="Open Sans"/>
                <a:sym typeface="Open Sans"/>
              </a:rPr>
              <a:t>The OpenChain project Japan work group / CC BY 4.0</a:t>
            </a:r>
            <a:r>
              <a:rPr sz="1200" lang="ja">
                <a:solidFill>
                  <a:srgbClr val="7FD13B"/>
                </a:solidFill>
                <a:latin typeface="Open Sans"/>
                <a:ea typeface="Open Sans"/>
                <a:cs typeface="Open Sans"/>
                <a:sym typeface="Open Sans"/>
              </a:rPr>
              <a:t> </a:t>
            </a:r>
            <a:endParaRPr sz="1200">
              <a:solidFill>
                <a:srgbClr val="A5A5A5"/>
              </a:solidFill>
              <a:latin typeface="Open Sans"/>
              <a:ea typeface="Open Sans"/>
              <a:cs typeface="Open Sans"/>
              <a:sym typeface="Open Sans"/>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ユーザー設定レイアウト">
  <p:cSld name="ユーザー設定レイアウト">
    <p:spTree>
      <p:nvGrpSpPr>
        <p:cNvPr name="Shape 21" id="21"/>
        <p:cNvGrpSpPr/>
        <p:nvPr/>
      </p:nvGrpSpPr>
      <p:grpSpPr>
        <a:xfrm>
          <a:off x="0" y="0"/>
          <a:ext cx="0" cy="0"/>
          <a:chOff x="0" y="0"/>
          <a:chExt cx="0" cy="0"/>
        </a:xfrm>
      </p:grpSpPr>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8_MiddlePage_1_white　CC0">
  <p:cSld name="8_MiddlePage_1_white">
    <p:spTree>
      <p:nvGrpSpPr>
        <p:cNvPr name="Shape 22" id="22"/>
        <p:cNvGrpSpPr/>
        <p:nvPr/>
      </p:nvGrpSpPr>
      <p:grpSpPr>
        <a:xfrm>
          <a:off x="0" y="0"/>
          <a:ext cx="0" cy="0"/>
          <a:chOff x="0" y="0"/>
          <a:chExt cx="0" cy="0"/>
        </a:xfrm>
      </p:grpSpPr>
      <p:sp>
        <p:nvSpPr>
          <p:cNvPr name="Google Shape;23;p6" id="23"/>
          <p:cNvSpPr txBox="1"/>
          <p:nvPr>
            <p:ph type="title"/>
          </p:nvPr>
        </p:nvSpPr>
        <p:spPr>
          <a:xfrm>
            <a:off x="432000" y="34524"/>
            <a:ext cx="8280000" cy="594300"/>
          </a:xfrm>
          <a:prstGeom prst="rect">
            <a:avLst/>
          </a:prstGeom>
          <a:noFill/>
          <a:ln>
            <a:noFill/>
          </a:ln>
        </p:spPr>
        <p:txBody>
          <a:bodyPr lIns="0" bIns="0" anchor="b" rIns="0" anchorCtr="0" wrap="square" spcFirstLastPara="1" tIns="0">
            <a:noAutofit/>
          </a:bodyPr>
          <a:lstStyle>
            <a:lvl1pPr lvl="0" marR="0" rtl="0" algn="l">
              <a:spcBef>
                <a:spcPts val="0"/>
              </a:spcBef>
              <a:spcAft>
                <a:spcPts val="0"/>
              </a:spcAft>
              <a:buSzPts val="1100"/>
              <a:buNone/>
              <a:defRPr b="0" cap="none" u="none" sz="1440" strike="noStrike" i="0">
                <a:solidFill>
                  <a:schemeClr val="dk1"/>
                </a:solidFill>
                <a:latin typeface="Tahoma"/>
                <a:ea typeface="Tahoma"/>
                <a:cs typeface="Tahoma"/>
                <a:sym typeface="Tahoma"/>
              </a:defRPr>
            </a:lvl1pPr>
            <a:lvl2pPr lvl="1" marR="0" rtl="0" algn="l">
              <a:spcBef>
                <a:spcPts val="0"/>
              </a:spcBef>
              <a:spcAft>
                <a:spcPts val="0"/>
              </a:spcAft>
              <a:buSzPts val="1100"/>
              <a:buNone/>
              <a:defRPr b="0" cap="none" u="none" sz="1440" strike="noStrike" i="0">
                <a:solidFill>
                  <a:schemeClr val="dk2"/>
                </a:solidFill>
                <a:latin typeface="Arial"/>
                <a:ea typeface="Arial"/>
                <a:cs typeface="Arial"/>
                <a:sym typeface="Arial"/>
              </a:defRPr>
            </a:lvl2pPr>
            <a:lvl3pPr lvl="2" marR="0" rtl="0" algn="l">
              <a:spcBef>
                <a:spcPts val="0"/>
              </a:spcBef>
              <a:spcAft>
                <a:spcPts val="0"/>
              </a:spcAft>
              <a:buSzPts val="1100"/>
              <a:buNone/>
              <a:defRPr b="0" cap="none" u="none" sz="1440" strike="noStrike" i="0">
                <a:solidFill>
                  <a:schemeClr val="dk2"/>
                </a:solidFill>
                <a:latin typeface="Arial"/>
                <a:ea typeface="Arial"/>
                <a:cs typeface="Arial"/>
                <a:sym typeface="Arial"/>
              </a:defRPr>
            </a:lvl3pPr>
            <a:lvl4pPr lvl="3" marR="0" rtl="0" algn="l">
              <a:spcBef>
                <a:spcPts val="0"/>
              </a:spcBef>
              <a:spcAft>
                <a:spcPts val="0"/>
              </a:spcAft>
              <a:buSzPts val="1100"/>
              <a:buNone/>
              <a:defRPr b="0" cap="none" u="none" sz="1440" strike="noStrike" i="0">
                <a:solidFill>
                  <a:schemeClr val="dk2"/>
                </a:solidFill>
                <a:latin typeface="Arial"/>
                <a:ea typeface="Arial"/>
                <a:cs typeface="Arial"/>
                <a:sym typeface="Arial"/>
              </a:defRPr>
            </a:lvl4pPr>
            <a:lvl5pPr lvl="4" marR="0" rtl="0" algn="l">
              <a:spcBef>
                <a:spcPts val="0"/>
              </a:spcBef>
              <a:spcAft>
                <a:spcPts val="0"/>
              </a:spcAft>
              <a:buSzPts val="1100"/>
              <a:buNone/>
              <a:defRPr b="0" cap="none" u="none" sz="1440" strike="noStrike" i="0">
                <a:solidFill>
                  <a:schemeClr val="dk2"/>
                </a:solidFill>
                <a:latin typeface="Arial"/>
                <a:ea typeface="Arial"/>
                <a:cs typeface="Arial"/>
                <a:sym typeface="Arial"/>
              </a:defRPr>
            </a:lvl5pPr>
            <a:lvl6pPr lvl="5" marR="0" rtl="0" algn="l">
              <a:spcBef>
                <a:spcPts val="0"/>
              </a:spcBef>
              <a:spcAft>
                <a:spcPts val="0"/>
              </a:spcAft>
              <a:buSzPts val="1100"/>
              <a:buNone/>
              <a:defRPr b="0" cap="none" u="none" sz="1600" strike="noStrike" i="0">
                <a:solidFill>
                  <a:schemeClr val="dk2"/>
                </a:solidFill>
                <a:latin typeface="Arial"/>
                <a:ea typeface="Arial"/>
                <a:cs typeface="Arial"/>
                <a:sym typeface="Arial"/>
              </a:defRPr>
            </a:lvl6pPr>
            <a:lvl7pPr lvl="6" marR="0" rtl="0" algn="l">
              <a:spcBef>
                <a:spcPts val="0"/>
              </a:spcBef>
              <a:spcAft>
                <a:spcPts val="0"/>
              </a:spcAft>
              <a:buSzPts val="1100"/>
              <a:buNone/>
              <a:defRPr b="0" cap="none" u="none" sz="1600" strike="noStrike" i="0">
                <a:solidFill>
                  <a:schemeClr val="dk2"/>
                </a:solidFill>
                <a:latin typeface="Arial"/>
                <a:ea typeface="Arial"/>
                <a:cs typeface="Arial"/>
                <a:sym typeface="Arial"/>
              </a:defRPr>
            </a:lvl7pPr>
            <a:lvl8pPr lvl="7" marR="0" rtl="0" algn="l">
              <a:spcBef>
                <a:spcPts val="0"/>
              </a:spcBef>
              <a:spcAft>
                <a:spcPts val="0"/>
              </a:spcAft>
              <a:buSzPts val="1100"/>
              <a:buNone/>
              <a:defRPr b="0" cap="none" u="none" sz="1600" strike="noStrike" i="0">
                <a:solidFill>
                  <a:schemeClr val="dk2"/>
                </a:solidFill>
                <a:latin typeface="Arial"/>
                <a:ea typeface="Arial"/>
                <a:cs typeface="Arial"/>
                <a:sym typeface="Arial"/>
              </a:defRPr>
            </a:lvl8pPr>
            <a:lvl9pPr lvl="8" marR="0" rtl="0" algn="l">
              <a:spcBef>
                <a:spcPts val="0"/>
              </a:spcBef>
              <a:spcAft>
                <a:spcPts val="0"/>
              </a:spcAft>
              <a:buSzPts val="1100"/>
              <a:buNone/>
              <a:defRPr b="0" cap="none" u="none" sz="1600" strike="noStrike" i="0">
                <a:solidFill>
                  <a:schemeClr val="dk2"/>
                </a:solidFill>
                <a:latin typeface="Arial"/>
                <a:ea typeface="Arial"/>
                <a:cs typeface="Arial"/>
                <a:sym typeface="Arial"/>
              </a:defRPr>
            </a:lvl9pPr>
          </a:lstStyle>
          <a:p/>
        </p:txBody>
      </p:sp>
      <p:cxnSp>
        <p:nvCxnSpPr>
          <p:cNvPr name="Google Shape;24;p6" id="24"/>
          <p:cNvCxnSpPr/>
          <p:nvPr/>
        </p:nvCxnSpPr>
        <p:spPr>
          <a:xfrm>
            <a:off x="269860" y="681698"/>
            <a:ext cx="8635500" cy="0"/>
          </a:xfrm>
          <a:prstGeom prst="straightConnector1">
            <a:avLst/>
          </a:prstGeom>
          <a:noFill/>
          <a:ln cmpd="sng" cap="flat" w="9525">
            <a:solidFill>
              <a:srgbClr val="333333"/>
            </a:solidFill>
            <a:prstDash val="solid"/>
            <a:round/>
            <a:headEnd len="sm" w="sm" type="none"/>
            <a:tailEnd len="sm" w="sm" type="none"/>
          </a:ln>
        </p:spPr>
      </p:cxnSp>
      <p:sp>
        <p:nvSpPr>
          <p:cNvPr name="Google Shape;25;p6" id="25"/>
          <p:cNvSpPr/>
          <p:nvPr/>
        </p:nvSpPr>
        <p:spPr>
          <a:xfrm>
            <a:off x="8382000" y="4883214"/>
            <a:ext cx="108300" cy="108600"/>
          </a:xfrm>
          <a:prstGeom prst="rect">
            <a:avLst/>
          </a:prstGeom>
          <a:noFill/>
          <a:ln>
            <a:noFill/>
          </a:ln>
        </p:spPr>
        <p:txBody>
          <a:bodyPr lIns="0" bIns="0" anchor="ctr" rIns="0" anchorCtr="0" wrap="square" spcFirstLastPara="1" tIns="0">
            <a:noAutofit/>
          </a:bodyPr>
          <a:lstStyle/>
          <a:p>
            <a:pPr lvl="0" indent="0" marR="0" rtl="0" marL="0" algn="ctr">
              <a:spcBef>
                <a:spcPts val="0"/>
              </a:spcBef>
              <a:spcAft>
                <a:spcPts val="0"/>
              </a:spcAft>
              <a:buNone/>
            </a:pPr>
            <a:r>
              <a:rPr sz="900" lang="ja">
                <a:solidFill>
                  <a:srgbClr val="FFFFFF"/>
                </a:solidFill>
                <a:latin typeface="Quattrocento Sans"/>
                <a:ea typeface="Quattrocento Sans"/>
                <a:cs typeface="Quattrocento Sans"/>
                <a:sym typeface="Quattrocento Sans"/>
              </a:rPr>
              <a:t>CONFIDENTIAL</a:t>
            </a:r>
            <a:endParaRPr sz="1100"/>
          </a:p>
        </p:txBody>
      </p:sp>
      <p:sp>
        <p:nvSpPr>
          <p:cNvPr name="Google Shape;26;p6" id="26"/>
          <p:cNvSpPr txBox="1"/>
          <p:nvPr/>
        </p:nvSpPr>
        <p:spPr>
          <a:xfrm>
            <a:off x="161918" y="4806000"/>
            <a:ext cx="4857600" cy="270000"/>
          </a:xfrm>
          <a:prstGeom prst="rect">
            <a:avLst/>
          </a:prstGeom>
          <a:noFill/>
          <a:ln>
            <a:noFill/>
          </a:ln>
        </p:spPr>
        <p:txBody>
          <a:bodyPr lIns="0" bIns="0" anchor="ctr" rIns="0" anchorCtr="0" wrap="square" spcFirstLastPara="1" tIns="0">
            <a:noAutofit/>
          </a:bodyPr>
          <a:lstStyle/>
          <a:p>
            <a:pPr lvl="0" indent="0" marR="0" rtl="0" marL="0" algn="l">
              <a:spcBef>
                <a:spcPts val="0"/>
              </a:spcBef>
              <a:spcAft>
                <a:spcPts val="0"/>
              </a:spcAft>
              <a:buNone/>
            </a:pPr>
            <a:fld id="{00000000-1234-1234-1234-123412341234}" type="slidenum">
              <a:rPr b="1" sz="1300" lang="ja">
                <a:solidFill>
                  <a:srgbClr val="7F7F7F"/>
                </a:solidFill>
                <a:latin typeface="Quattrocento Sans"/>
                <a:ea typeface="Quattrocento Sans"/>
                <a:cs typeface="Quattrocento Sans"/>
                <a:sym typeface="Quattrocento Sans"/>
              </a:rPr>
              <a:t>‹#›</a:t>
            </a:fld>
            <a:r>
              <a:rPr b="1" sz="1300" lang="ja">
                <a:solidFill>
                  <a:srgbClr val="7F7F7F"/>
                </a:solidFill>
                <a:latin typeface="Quattrocento Sans"/>
                <a:ea typeface="Quattrocento Sans"/>
                <a:cs typeface="Quattrocento Sans"/>
                <a:sym typeface="Quattrocento Sans"/>
              </a:rPr>
              <a:t>  </a:t>
            </a:r>
            <a:r>
              <a:rPr sz="1300" lang="ja">
                <a:solidFill>
                  <a:srgbClr val="7FD13B"/>
                </a:solidFill>
                <a:latin typeface="Open Sans"/>
                <a:ea typeface="Open Sans"/>
                <a:cs typeface="Open Sans"/>
                <a:sym typeface="Open Sans"/>
              </a:rPr>
              <a:t>▇</a:t>
            </a:r>
            <a:r>
              <a:rPr sz="1300" lang="ja">
                <a:solidFill>
                  <a:srgbClr val="EA157A"/>
                </a:solidFill>
                <a:latin typeface="Open Sans"/>
                <a:ea typeface="Open Sans"/>
                <a:cs typeface="Open Sans"/>
                <a:sym typeface="Open Sans"/>
              </a:rPr>
              <a:t>▇</a:t>
            </a:r>
            <a:r>
              <a:rPr sz="1300" lang="ja">
                <a:solidFill>
                  <a:srgbClr val="007DEA"/>
                </a:solidFill>
                <a:latin typeface="Open Sans"/>
                <a:ea typeface="Open Sans"/>
                <a:cs typeface="Open Sans"/>
                <a:sym typeface="Open Sans"/>
              </a:rPr>
              <a:t>▇</a:t>
            </a:r>
            <a:r>
              <a:rPr sz="1300" lang="ja">
                <a:solidFill>
                  <a:srgbClr val="7FD13B"/>
                </a:solidFill>
                <a:latin typeface="Open Sans"/>
                <a:ea typeface="Open Sans"/>
                <a:cs typeface="Open Sans"/>
                <a:sym typeface="Open Sans"/>
              </a:rPr>
              <a:t> </a:t>
            </a:r>
            <a:r>
              <a:rPr sz="1300" lang="ja">
                <a:solidFill>
                  <a:schemeClr val="dk1"/>
                </a:solidFill>
                <a:latin typeface="Open Sans"/>
                <a:ea typeface="Open Sans"/>
                <a:cs typeface="Open Sans"/>
                <a:sym typeface="Open Sans"/>
              </a:rPr>
              <a:t>The OpenChain project Japan work group / CC0-1.0</a:t>
            </a:r>
            <a:endParaRPr sz="1200">
              <a:solidFill>
                <a:srgbClr val="A5A5A5"/>
              </a:solidFill>
              <a:latin typeface="Open Sans"/>
              <a:ea typeface="Open Sans"/>
              <a:cs typeface="Open Sans"/>
              <a:sym typeface="Open Sans"/>
            </a:endParaRPr>
          </a:p>
        </p:txBody>
      </p:sp>
      <p:sp>
        <p:nvSpPr>
          <p:cNvPr name="Google Shape;27;p6" id="27"/>
          <p:cNvSpPr txBox="1"/>
          <p:nvPr>
            <p:ph idx="1" type="body"/>
          </p:nvPr>
        </p:nvSpPr>
        <p:spPr>
          <a:xfrm>
            <a:off x="432000" y="792368"/>
            <a:ext cx="8280000" cy="3835800"/>
          </a:xfrm>
          <a:prstGeom prst="rect">
            <a:avLst/>
          </a:prstGeom>
          <a:noFill/>
          <a:ln>
            <a:noFill/>
          </a:ln>
        </p:spPr>
        <p:txBody>
          <a:bodyPr lIns="49625" bIns="24875" anchor="t" rIns="49625" anchorCtr="0" wrap="square" spcFirstLastPara="1" tIns="24875">
            <a:noAutofit/>
          </a:bodyPr>
          <a:lstStyle>
            <a:lvl1pPr lvl="0" indent="-342900" marR="0" marL="457200" algn="l">
              <a:spcBef>
                <a:spcPts val="0"/>
              </a:spcBef>
              <a:spcAft>
                <a:spcPts val="0"/>
              </a:spcAft>
              <a:buClr>
                <a:schemeClr val="dk1"/>
              </a:buClr>
              <a:buSzPts val="1800"/>
              <a:buFont typeface="Arial"/>
              <a:buChar char="•"/>
              <a:defRPr b="0" cap="none" u="none" sz="1440" strike="noStrike" i="0">
                <a:solidFill>
                  <a:schemeClr val="dk1"/>
                </a:solidFill>
                <a:latin typeface="Quattrocento Sans"/>
                <a:ea typeface="Quattrocento Sans"/>
                <a:cs typeface="Quattrocento Sans"/>
                <a:sym typeface="Quattrocento Sans"/>
              </a:defRPr>
            </a:lvl1pPr>
            <a:lvl2pPr lvl="1" indent="-323850" marR="0" marL="914400" algn="l">
              <a:spcBef>
                <a:spcPts val="0"/>
              </a:spcBef>
              <a:spcAft>
                <a:spcPts val="0"/>
              </a:spcAft>
              <a:buClr>
                <a:schemeClr val="dk1"/>
              </a:buClr>
              <a:buSzPts val="1500"/>
              <a:buFont typeface="Arial"/>
              <a:buChar char="•"/>
              <a:defRPr b="0" cap="none" u="none" sz="1200" strike="noStrike" i="0">
                <a:solidFill>
                  <a:schemeClr val="dk1"/>
                </a:solidFill>
                <a:latin typeface="Quattrocento Sans"/>
                <a:ea typeface="Quattrocento Sans"/>
                <a:cs typeface="Quattrocento Sans"/>
                <a:sym typeface="Quattrocento Sans"/>
              </a:defRPr>
            </a:lvl2pPr>
            <a:lvl3pPr lvl="2" indent="-304800" marR="0" marL="1371600" algn="l">
              <a:spcBef>
                <a:spcPts val="0"/>
              </a:spcBef>
              <a:spcAft>
                <a:spcPts val="0"/>
              </a:spcAft>
              <a:buClr>
                <a:schemeClr val="dk1"/>
              </a:buClr>
              <a:buSzPts val="1200"/>
              <a:buFont typeface="Arial"/>
              <a:buChar char="•"/>
              <a:defRPr b="0" cap="none" u="none" sz="960" strike="noStrike" i="0">
                <a:solidFill>
                  <a:schemeClr val="dk1"/>
                </a:solidFill>
                <a:latin typeface="Quattrocento Sans"/>
                <a:ea typeface="Quattrocento Sans"/>
                <a:cs typeface="Quattrocento Sans"/>
                <a:sym typeface="Quattrocento Sans"/>
              </a:defRPr>
            </a:lvl3pPr>
            <a:lvl4pPr lvl="3" indent="-298450" marR="0" marL="1828800" algn="l">
              <a:spcBef>
                <a:spcPts val="0"/>
              </a:spcBef>
              <a:spcAft>
                <a:spcPts val="0"/>
              </a:spcAft>
              <a:buClr>
                <a:schemeClr val="dk1"/>
              </a:buClr>
              <a:buSzPts val="1100"/>
              <a:buFont typeface="Arial"/>
              <a:buChar char="•"/>
              <a:defRPr b="0" cap="none" u="none" sz="880" strike="noStrike" i="0">
                <a:solidFill>
                  <a:schemeClr val="dk1"/>
                </a:solidFill>
                <a:latin typeface="Quattrocento Sans"/>
                <a:ea typeface="Quattrocento Sans"/>
                <a:cs typeface="Quattrocento Sans"/>
                <a:sym typeface="Quattrocento Sans"/>
              </a:defRPr>
            </a:lvl4pPr>
            <a:lvl5pPr lvl="4" indent="-298450" marR="0" marL="2286000" algn="l">
              <a:spcBef>
                <a:spcPts val="0"/>
              </a:spcBef>
              <a:spcAft>
                <a:spcPts val="0"/>
              </a:spcAft>
              <a:buClr>
                <a:schemeClr val="dk1"/>
              </a:buClr>
              <a:buSzPts val="1100"/>
              <a:buFont typeface="Arial"/>
              <a:buChar char="•"/>
              <a:defRPr b="0" cap="none" u="none" sz="880" strike="noStrike" i="0">
                <a:solidFill>
                  <a:schemeClr val="dk1"/>
                </a:solidFill>
                <a:latin typeface="Quattrocento Sans"/>
                <a:ea typeface="Quattrocento Sans"/>
                <a:cs typeface="Quattrocento Sans"/>
                <a:sym typeface="Quattrocento Sans"/>
              </a:defRPr>
            </a:lvl5pPr>
            <a:lvl6pPr lvl="5" indent="-298450" marR="0" marL="2743200" algn="l">
              <a:spcBef>
                <a:spcPts val="200"/>
              </a:spcBef>
              <a:spcAft>
                <a:spcPts val="0"/>
              </a:spcAft>
              <a:buClr>
                <a:schemeClr val="dk1"/>
              </a:buClr>
              <a:buSzPts val="1100"/>
              <a:buFont typeface="Quattrocento Sans"/>
              <a:buChar char="»"/>
              <a:defRPr b="0" cap="none" u="none" sz="880" strike="noStrike" i="0">
                <a:solidFill>
                  <a:schemeClr val="dk1"/>
                </a:solidFill>
                <a:latin typeface="Quattrocento Sans"/>
                <a:ea typeface="Quattrocento Sans"/>
                <a:cs typeface="Quattrocento Sans"/>
                <a:sym typeface="Quattrocento Sans"/>
              </a:defRPr>
            </a:lvl6pPr>
            <a:lvl7pPr lvl="6" indent="-298450" marR="0" marL="3200400" algn="l">
              <a:spcBef>
                <a:spcPts val="200"/>
              </a:spcBef>
              <a:spcAft>
                <a:spcPts val="0"/>
              </a:spcAft>
              <a:buClr>
                <a:schemeClr val="dk1"/>
              </a:buClr>
              <a:buSzPts val="1100"/>
              <a:buFont typeface="Quattrocento Sans"/>
              <a:buChar char="»"/>
              <a:defRPr b="0" cap="none" u="none" sz="880" strike="noStrike" i="0">
                <a:solidFill>
                  <a:schemeClr val="dk1"/>
                </a:solidFill>
                <a:latin typeface="Quattrocento Sans"/>
                <a:ea typeface="Quattrocento Sans"/>
                <a:cs typeface="Quattrocento Sans"/>
                <a:sym typeface="Quattrocento Sans"/>
              </a:defRPr>
            </a:lvl7pPr>
            <a:lvl8pPr lvl="7" indent="-298450" marR="0" marL="3657600" algn="l">
              <a:spcBef>
                <a:spcPts val="200"/>
              </a:spcBef>
              <a:spcAft>
                <a:spcPts val="0"/>
              </a:spcAft>
              <a:buClr>
                <a:schemeClr val="dk1"/>
              </a:buClr>
              <a:buSzPts val="1100"/>
              <a:buFont typeface="Quattrocento Sans"/>
              <a:buChar char="»"/>
              <a:defRPr b="0" cap="none" u="none" sz="880" strike="noStrike" i="0">
                <a:solidFill>
                  <a:schemeClr val="dk1"/>
                </a:solidFill>
                <a:latin typeface="Quattrocento Sans"/>
                <a:ea typeface="Quattrocento Sans"/>
                <a:cs typeface="Quattrocento Sans"/>
                <a:sym typeface="Quattrocento Sans"/>
              </a:defRPr>
            </a:lvl8pPr>
            <a:lvl9pPr lvl="8" indent="-298450" marR="0" marL="4114800" algn="l">
              <a:spcBef>
                <a:spcPts val="200"/>
              </a:spcBef>
              <a:spcAft>
                <a:spcPts val="0"/>
              </a:spcAft>
              <a:buClr>
                <a:schemeClr val="dk1"/>
              </a:buClr>
              <a:buSzPts val="1100"/>
              <a:buFont typeface="Quattrocento Sans"/>
              <a:buChar char="»"/>
              <a:defRPr b="0" cap="none" u="none" sz="880" strike="noStrike" i="0">
                <a:solidFill>
                  <a:schemeClr val="dk1"/>
                </a:solidFill>
                <a:latin typeface="Quattrocento Sans"/>
                <a:ea typeface="Quattrocento Sans"/>
                <a:cs typeface="Quattrocento Sans"/>
                <a:sym typeface="Quattrocento Sans"/>
              </a:defRPr>
            </a:lvl9pPr>
          </a:lstStyl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type="title" matchingName="Title slide">
  <p:cSld name="TITLE">
    <p:spTree>
      <p:nvGrpSpPr>
        <p:cNvPr name="Shape 28" id="28"/>
        <p:cNvGrpSpPr/>
        <p:nvPr/>
      </p:nvGrpSpPr>
      <p:grpSpPr>
        <a:xfrm>
          <a:off x="0" y="0"/>
          <a:ext cx="0" cy="0"/>
          <a:chOff x="0" y="0"/>
          <a:chExt cx="0" cy="0"/>
        </a:xfrm>
      </p:grpSpPr>
      <p:sp>
        <p:nvSpPr>
          <p:cNvPr name="Google Shape;29;p7" id="29"/>
          <p:cNvSpPr txBox="1"/>
          <p:nvPr>
            <p:ph type="ctrTitle"/>
          </p:nvPr>
        </p:nvSpPr>
        <p:spPr>
          <a:xfrm>
            <a:off x="311708" y="744575"/>
            <a:ext cx="8520600" cy="2052600"/>
          </a:xfrm>
          <a:prstGeom prst="rect">
            <a:avLst/>
          </a:prstGeom>
          <a:noFill/>
          <a:ln>
            <a:noFill/>
          </a:ln>
        </p:spPr>
        <p:txBody>
          <a:bodyPr lIns="91425" bIns="91425" anchor="b" rIns="91425" anchorCtr="0" wrap="square" spcFirstLastPara="1" tIns="91425">
            <a:noAutofit/>
          </a:bodyPr>
          <a:lstStyle>
            <a:lvl1pPr lvl="0" rtl="0" algn="ctr">
              <a:spcBef>
                <a:spcPts val="0"/>
              </a:spcBef>
              <a:spcAft>
                <a:spcPts val="0"/>
              </a:spcAft>
              <a:buSzPts val="5200"/>
              <a:buChar char="●"/>
              <a:defRPr sz="4160"/>
            </a:lvl1pPr>
            <a:lvl2pPr lvl="1" rtl="0" algn="ctr">
              <a:spcBef>
                <a:spcPts val="0"/>
              </a:spcBef>
              <a:spcAft>
                <a:spcPts val="0"/>
              </a:spcAft>
              <a:buSzPts val="5200"/>
              <a:buChar char="○"/>
              <a:defRPr sz="4160"/>
            </a:lvl2pPr>
            <a:lvl3pPr lvl="2" rtl="0" algn="ctr">
              <a:spcBef>
                <a:spcPts val="0"/>
              </a:spcBef>
              <a:spcAft>
                <a:spcPts val="0"/>
              </a:spcAft>
              <a:buSzPts val="5200"/>
              <a:buChar char="■"/>
              <a:defRPr sz="4160"/>
            </a:lvl3pPr>
            <a:lvl4pPr lvl="3" rtl="0" algn="ctr">
              <a:spcBef>
                <a:spcPts val="0"/>
              </a:spcBef>
              <a:spcAft>
                <a:spcPts val="0"/>
              </a:spcAft>
              <a:buSzPts val="5200"/>
              <a:buChar char="●"/>
              <a:defRPr sz="4160"/>
            </a:lvl4pPr>
            <a:lvl5pPr lvl="4" rtl="0" algn="ctr">
              <a:spcBef>
                <a:spcPts val="0"/>
              </a:spcBef>
              <a:spcAft>
                <a:spcPts val="0"/>
              </a:spcAft>
              <a:buSzPts val="5200"/>
              <a:buChar char="○"/>
              <a:defRPr sz="4160"/>
            </a:lvl5pPr>
            <a:lvl6pPr lvl="5" rtl="0" algn="ctr">
              <a:spcBef>
                <a:spcPts val="0"/>
              </a:spcBef>
              <a:spcAft>
                <a:spcPts val="0"/>
              </a:spcAft>
              <a:buSzPts val="5200"/>
              <a:buChar char="■"/>
              <a:defRPr sz="4160"/>
            </a:lvl6pPr>
            <a:lvl7pPr lvl="6" rtl="0" algn="ctr">
              <a:spcBef>
                <a:spcPts val="0"/>
              </a:spcBef>
              <a:spcAft>
                <a:spcPts val="0"/>
              </a:spcAft>
              <a:buSzPts val="5200"/>
              <a:buChar char="●"/>
              <a:defRPr sz="4160"/>
            </a:lvl7pPr>
            <a:lvl8pPr lvl="7" rtl="0" algn="ctr">
              <a:spcBef>
                <a:spcPts val="0"/>
              </a:spcBef>
              <a:spcAft>
                <a:spcPts val="0"/>
              </a:spcAft>
              <a:buSzPts val="5200"/>
              <a:buChar char="○"/>
              <a:defRPr sz="4160"/>
            </a:lvl8pPr>
            <a:lvl9pPr lvl="8" rtl="0" algn="ctr">
              <a:spcBef>
                <a:spcPts val="0"/>
              </a:spcBef>
              <a:spcAft>
                <a:spcPts val="0"/>
              </a:spcAft>
              <a:buSzPts val="5200"/>
              <a:buChar char="■"/>
              <a:defRPr sz="4160"/>
            </a:lvl9pPr>
          </a:lstStyle>
          <a:p/>
        </p:txBody>
      </p:sp>
      <p:sp>
        <p:nvSpPr>
          <p:cNvPr name="Google Shape;30;p7" id="30"/>
          <p:cNvSpPr txBox="1"/>
          <p:nvPr>
            <p:ph idx="1" type="subTitle"/>
          </p:nvPr>
        </p:nvSpPr>
        <p:spPr>
          <a:xfrm>
            <a:off x="311700" y="2834125"/>
            <a:ext cx="8520600" cy="792600"/>
          </a:xfrm>
          <a:prstGeom prst="rect">
            <a:avLst/>
          </a:prstGeom>
          <a:noFill/>
          <a:ln>
            <a:noFill/>
          </a:ln>
        </p:spPr>
        <p:txBody>
          <a:bodyPr lIns="91425" bIns="91425" anchor="ctr" rIns="91425" anchorCtr="0" wrap="square" spcFirstLastPara="1" tIns="91425">
            <a:noAutofit/>
          </a:bodyPr>
          <a:lstStyle>
            <a:lvl1pPr lvl="0" rtl="0" algn="ctr">
              <a:lnSpc>
                <a:spcPct val="100000"/>
              </a:lnSpc>
              <a:spcBef>
                <a:spcPts val="0"/>
              </a:spcBef>
              <a:spcAft>
                <a:spcPts val="0"/>
              </a:spcAft>
              <a:buSzPts val="2800"/>
              <a:buNone/>
              <a:defRPr sz="2240"/>
            </a:lvl1pPr>
            <a:lvl2pPr lvl="1" rtl="0" algn="ctr">
              <a:lnSpc>
                <a:spcPct val="100000"/>
              </a:lnSpc>
              <a:spcBef>
                <a:spcPts val="0"/>
              </a:spcBef>
              <a:spcAft>
                <a:spcPts val="0"/>
              </a:spcAft>
              <a:buSzPts val="2800"/>
              <a:buNone/>
              <a:defRPr sz="2240"/>
            </a:lvl2pPr>
            <a:lvl3pPr lvl="2" rtl="0" algn="ctr">
              <a:lnSpc>
                <a:spcPct val="100000"/>
              </a:lnSpc>
              <a:spcBef>
                <a:spcPts val="0"/>
              </a:spcBef>
              <a:spcAft>
                <a:spcPts val="0"/>
              </a:spcAft>
              <a:buSzPts val="2800"/>
              <a:buNone/>
              <a:defRPr sz="2240"/>
            </a:lvl3pPr>
            <a:lvl4pPr lvl="3" rtl="0" algn="ctr">
              <a:lnSpc>
                <a:spcPct val="100000"/>
              </a:lnSpc>
              <a:spcBef>
                <a:spcPts val="0"/>
              </a:spcBef>
              <a:spcAft>
                <a:spcPts val="0"/>
              </a:spcAft>
              <a:buSzPts val="2800"/>
              <a:buNone/>
              <a:defRPr sz="2240"/>
            </a:lvl4pPr>
            <a:lvl5pPr lvl="4" rtl="0" algn="ctr">
              <a:lnSpc>
                <a:spcPct val="100000"/>
              </a:lnSpc>
              <a:spcBef>
                <a:spcPts val="0"/>
              </a:spcBef>
              <a:spcAft>
                <a:spcPts val="0"/>
              </a:spcAft>
              <a:buSzPts val="2800"/>
              <a:buNone/>
              <a:defRPr sz="2240"/>
            </a:lvl5pPr>
            <a:lvl6pPr lvl="5" rtl="0" algn="ctr">
              <a:lnSpc>
                <a:spcPct val="100000"/>
              </a:lnSpc>
              <a:spcBef>
                <a:spcPts val="0"/>
              </a:spcBef>
              <a:spcAft>
                <a:spcPts val="0"/>
              </a:spcAft>
              <a:buSzPts val="2800"/>
              <a:buNone/>
              <a:defRPr sz="2240"/>
            </a:lvl6pPr>
            <a:lvl7pPr lvl="6" rtl="0" algn="ctr">
              <a:lnSpc>
                <a:spcPct val="100000"/>
              </a:lnSpc>
              <a:spcBef>
                <a:spcPts val="0"/>
              </a:spcBef>
              <a:spcAft>
                <a:spcPts val="0"/>
              </a:spcAft>
              <a:buSzPts val="2800"/>
              <a:buNone/>
              <a:defRPr sz="2240"/>
            </a:lvl7pPr>
            <a:lvl8pPr lvl="7" rtl="0" algn="ctr">
              <a:lnSpc>
                <a:spcPct val="100000"/>
              </a:lnSpc>
              <a:spcBef>
                <a:spcPts val="0"/>
              </a:spcBef>
              <a:spcAft>
                <a:spcPts val="0"/>
              </a:spcAft>
              <a:buSzPts val="2800"/>
              <a:buNone/>
              <a:defRPr sz="2240"/>
            </a:lvl8pPr>
            <a:lvl9pPr lvl="8" rtl="0" algn="ctr">
              <a:lnSpc>
                <a:spcPct val="100000"/>
              </a:lnSpc>
              <a:spcBef>
                <a:spcPts val="0"/>
              </a:spcBef>
              <a:spcAft>
                <a:spcPts val="0"/>
              </a:spcAft>
              <a:buSzPts val="2800"/>
              <a:buNone/>
              <a:defRPr sz="2240"/>
            </a:lvl9pPr>
          </a:lstStyle>
          <a:p/>
        </p:txBody>
      </p:sp>
      <p:sp>
        <p:nvSpPr>
          <p:cNvPr name="Google Shape;31;p7" id="31"/>
          <p:cNvSpPr txBox="1"/>
          <p:nvPr>
            <p:ph idx="12" type="sldNum"/>
          </p:nvPr>
        </p:nvSpPr>
        <p:spPr>
          <a:xfrm>
            <a:off x="8472458" y="4663217"/>
            <a:ext cx="548700" cy="393600"/>
          </a:xfrm>
          <a:prstGeom prst="rect">
            <a:avLst/>
          </a:prstGeom>
          <a:noFill/>
          <a:ln>
            <a:noFill/>
          </a:ln>
        </p:spPr>
        <p:txBody>
          <a:bodyPr lIns="91425" bIns="91425" anchor="ctr" rIns="91425" anchorCtr="0" wrap="square" spcFirstLastPara="1"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lvl="0" indent="0" rtl="0" marL="0" algn="l">
              <a:spcBef>
                <a:spcPts val="0"/>
              </a:spcBef>
              <a:spcAft>
                <a:spcPts val="0"/>
              </a:spcAft>
              <a:buNone/>
            </a:pPr>
            <a:fld id="{00000000-1234-1234-1234-123412341234}" type="slidenum">
              <a:rPr lang="ja"/>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type="tx" matchingName="Title and body">
  <p:cSld name="TITLE_AND_BODY">
    <p:spTree>
      <p:nvGrpSpPr>
        <p:cNvPr name="Shape 32" id="32"/>
        <p:cNvGrpSpPr/>
        <p:nvPr/>
      </p:nvGrpSpPr>
      <p:grpSpPr>
        <a:xfrm>
          <a:off x="0" y="0"/>
          <a:ext cx="0" cy="0"/>
          <a:chOff x="0" y="0"/>
          <a:chExt cx="0" cy="0"/>
        </a:xfrm>
      </p:grpSpPr>
      <p:sp>
        <p:nvSpPr>
          <p:cNvPr name="Google Shape;33;p8" id="33"/>
          <p:cNvSpPr txBox="1"/>
          <p:nvPr>
            <p:ph type="title"/>
          </p:nvPr>
        </p:nvSpPr>
        <p:spPr>
          <a:xfrm>
            <a:off x="311700" y="445025"/>
            <a:ext cx="8520600" cy="572700"/>
          </a:xfrm>
          <a:prstGeom prst="rect">
            <a:avLst/>
          </a:prstGeom>
          <a:noFill/>
          <a:ln>
            <a:noFill/>
          </a:ln>
        </p:spPr>
        <p:txBody>
          <a:bodyPr lIns="91425" bIns="91425" anchor="ctr" rIns="91425" anchorCtr="0" wrap="square" spcFirstLastPara="1" tIns="91425">
            <a:noAutofit/>
          </a:bodyPr>
          <a:lstStyle>
            <a:lvl1pPr lvl="0" rtl="0">
              <a:spcBef>
                <a:spcPts val="0"/>
              </a:spcBef>
              <a:spcAft>
                <a:spcPts val="0"/>
              </a:spcAft>
              <a:buSzPts val="1400"/>
              <a:buChar char="●"/>
              <a:defRPr/>
            </a:lvl1pPr>
            <a:lvl2pPr lvl="1" rtl="0">
              <a:spcBef>
                <a:spcPts val="0"/>
              </a:spcBef>
              <a:spcAft>
                <a:spcPts val="0"/>
              </a:spcAft>
              <a:buSzPts val="1400"/>
              <a:buChar char="○"/>
              <a:defRPr/>
            </a:lvl2pPr>
            <a:lvl3pPr lvl="2" rtl="0">
              <a:spcBef>
                <a:spcPts val="0"/>
              </a:spcBef>
              <a:spcAft>
                <a:spcPts val="0"/>
              </a:spcAft>
              <a:buSzPts val="1400"/>
              <a:buChar char="■"/>
              <a:defRPr/>
            </a:lvl3pPr>
            <a:lvl4pPr lvl="3" rtl="0">
              <a:spcBef>
                <a:spcPts val="0"/>
              </a:spcBef>
              <a:spcAft>
                <a:spcPts val="0"/>
              </a:spcAft>
              <a:buSzPts val="1400"/>
              <a:buChar char="●"/>
              <a:defRPr/>
            </a:lvl4pPr>
            <a:lvl5pPr lvl="4" rtl="0">
              <a:spcBef>
                <a:spcPts val="0"/>
              </a:spcBef>
              <a:spcAft>
                <a:spcPts val="0"/>
              </a:spcAft>
              <a:buSzPts val="1400"/>
              <a:buChar char="○"/>
              <a:defRPr/>
            </a:lvl5pPr>
            <a:lvl6pPr lvl="5" rtl="0">
              <a:spcBef>
                <a:spcPts val="0"/>
              </a:spcBef>
              <a:spcAft>
                <a:spcPts val="0"/>
              </a:spcAft>
              <a:buSzPts val="1400"/>
              <a:buChar char="■"/>
              <a:defRPr/>
            </a:lvl6pPr>
            <a:lvl7pPr lvl="6" rtl="0">
              <a:spcBef>
                <a:spcPts val="0"/>
              </a:spcBef>
              <a:spcAft>
                <a:spcPts val="0"/>
              </a:spcAft>
              <a:buSzPts val="1400"/>
              <a:buChar char="●"/>
              <a:defRPr/>
            </a:lvl7pPr>
            <a:lvl8pPr lvl="7" rtl="0">
              <a:spcBef>
                <a:spcPts val="0"/>
              </a:spcBef>
              <a:spcAft>
                <a:spcPts val="0"/>
              </a:spcAft>
              <a:buSzPts val="1400"/>
              <a:buChar char="○"/>
              <a:defRPr/>
            </a:lvl8pPr>
            <a:lvl9pPr lvl="8" rtl="0">
              <a:spcBef>
                <a:spcPts val="0"/>
              </a:spcBef>
              <a:spcAft>
                <a:spcPts val="0"/>
              </a:spcAft>
              <a:buSzPts val="1400"/>
              <a:buChar char="■"/>
              <a:defRPr/>
            </a:lvl9pPr>
          </a:lstStyle>
          <a:p/>
        </p:txBody>
      </p:sp>
      <p:sp>
        <p:nvSpPr>
          <p:cNvPr name="Google Shape;34;p8" id="34"/>
          <p:cNvSpPr txBox="1"/>
          <p:nvPr>
            <p:ph idx="1" type="body"/>
          </p:nvPr>
        </p:nvSpPr>
        <p:spPr>
          <a:xfrm>
            <a:off x="311700" y="1152475"/>
            <a:ext cx="8520600" cy="3416400"/>
          </a:xfrm>
          <a:prstGeom prst="rect">
            <a:avLst/>
          </a:prstGeom>
          <a:noFill/>
          <a:ln>
            <a:noFill/>
          </a:ln>
        </p:spPr>
        <p:txBody>
          <a:bodyPr lIns="91425" bIns="91425" anchor="ctr" rIns="91425" anchorCtr="0" wrap="square" spcFirstLastPara="1" tIns="91425">
            <a:noAutofit/>
          </a:bodyPr>
          <a:lstStyle>
            <a:lvl1pPr lvl="0" indent="-317500" rtl="0" marL="457200">
              <a:spcBef>
                <a:spcPts val="0"/>
              </a:spcBef>
              <a:spcAft>
                <a:spcPts val="0"/>
              </a:spcAft>
              <a:buSzPts val="1400"/>
              <a:buChar char="●"/>
              <a:defRPr/>
            </a:lvl1pPr>
            <a:lvl2pPr lvl="1" indent="-317500" rtl="0" marL="914400">
              <a:spcBef>
                <a:spcPts val="0"/>
              </a:spcBef>
              <a:spcAft>
                <a:spcPts val="0"/>
              </a:spcAft>
              <a:buSzPts val="1400"/>
              <a:buChar char="○"/>
              <a:defRPr/>
            </a:lvl2pPr>
            <a:lvl3pPr lvl="2" indent="-317500" rtl="0" marL="1371600">
              <a:spcBef>
                <a:spcPts val="0"/>
              </a:spcBef>
              <a:spcAft>
                <a:spcPts val="0"/>
              </a:spcAft>
              <a:buSzPts val="1400"/>
              <a:buChar char="■"/>
              <a:defRPr/>
            </a:lvl3pPr>
            <a:lvl4pPr lvl="3" indent="-317500" rtl="0" marL="1828800">
              <a:spcBef>
                <a:spcPts val="0"/>
              </a:spcBef>
              <a:spcAft>
                <a:spcPts val="0"/>
              </a:spcAft>
              <a:buSzPts val="1400"/>
              <a:buChar char="●"/>
              <a:defRPr/>
            </a:lvl4pPr>
            <a:lvl5pPr lvl="4" indent="-317500" rtl="0" marL="2286000">
              <a:spcBef>
                <a:spcPts val="0"/>
              </a:spcBef>
              <a:spcAft>
                <a:spcPts val="0"/>
              </a:spcAft>
              <a:buSzPts val="1400"/>
              <a:buChar char="○"/>
              <a:defRPr/>
            </a:lvl5pPr>
            <a:lvl6pPr lvl="5" indent="-317500" rtl="0" marL="2743200">
              <a:spcBef>
                <a:spcPts val="0"/>
              </a:spcBef>
              <a:spcAft>
                <a:spcPts val="0"/>
              </a:spcAft>
              <a:buSzPts val="1400"/>
              <a:buChar char="■"/>
              <a:defRPr/>
            </a:lvl6pPr>
            <a:lvl7pPr lvl="6" indent="-317500" rtl="0" marL="3200400">
              <a:spcBef>
                <a:spcPts val="0"/>
              </a:spcBef>
              <a:spcAft>
                <a:spcPts val="0"/>
              </a:spcAft>
              <a:buSzPts val="1400"/>
              <a:buChar char="●"/>
              <a:defRPr/>
            </a:lvl7pPr>
            <a:lvl8pPr lvl="7" indent="-317500" rtl="0" marL="3657600">
              <a:spcBef>
                <a:spcPts val="0"/>
              </a:spcBef>
              <a:spcAft>
                <a:spcPts val="0"/>
              </a:spcAft>
              <a:buSzPts val="1400"/>
              <a:buChar char="○"/>
              <a:defRPr/>
            </a:lvl8pPr>
            <a:lvl9pPr lvl="8" indent="-317500" rtl="0" marL="4114800">
              <a:spcBef>
                <a:spcPts val="0"/>
              </a:spcBef>
              <a:spcAft>
                <a:spcPts val="0"/>
              </a:spcAft>
              <a:buSzPts val="1400"/>
              <a:buChar char="■"/>
              <a:defRPr/>
            </a:lvl9pPr>
          </a:lstStyle>
          <a:p/>
        </p:txBody>
      </p:sp>
      <p:sp>
        <p:nvSpPr>
          <p:cNvPr name="Google Shape;35;p8" id="35"/>
          <p:cNvSpPr txBox="1"/>
          <p:nvPr>
            <p:ph idx="12" type="sldNum"/>
          </p:nvPr>
        </p:nvSpPr>
        <p:spPr>
          <a:xfrm>
            <a:off x="8472458" y="4663217"/>
            <a:ext cx="548700" cy="393600"/>
          </a:xfrm>
          <a:prstGeom prst="rect">
            <a:avLst/>
          </a:prstGeom>
          <a:noFill/>
          <a:ln>
            <a:noFill/>
          </a:ln>
        </p:spPr>
        <p:txBody>
          <a:bodyPr lIns="91425" bIns="91425" anchor="ctr" rIns="91425" anchorCtr="0" wrap="square" spcFirstLastPara="1"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lvl="0" indent="0" rtl="0" marL="0" algn="l">
              <a:spcBef>
                <a:spcPts val="0"/>
              </a:spcBef>
              <a:spcAft>
                <a:spcPts val="0"/>
              </a:spcAft>
              <a:buNone/>
            </a:pPr>
            <a:fld id="{00000000-1234-1234-1234-123412341234}" type="slidenum">
              <a:rPr lang="ja"/>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name="Shape 5" id="5"/>
        <p:cNvGrpSpPr/>
        <p:nvPr/>
      </p:nvGrpSpPr>
      <p:grpSpPr>
        <a:xfrm>
          <a:off x="0" y="0"/>
          <a:ext cx="0" cy="0"/>
          <a:chOff x="0" y="0"/>
          <a:chExt cx="0" cy="0"/>
        </a:xfrm>
      </p:grpSpPr>
    </p:spTree>
  </p:cSld>
  <p:clrMap accent6="accent6" accent4="accent4" accent5="accent5" accent2="accent2" accent3="accent3" accent1="accent1" bg2="dk2" tx1="dk1" bg1="lt1" hlink="hlink" tx2="lt2" folHlink="folHlink"/>
  <p:sldLayoutIdLst>
    <p:sldLayoutId r:id="rId1" id="2147483648"/>
    <p:sldLayoutId r:id="rId2" id="2147483649"/>
    <p:sldLayoutId r:id="rId3" id="2147483650"/>
    <p:sldLayoutId r:id="rId4" id="2147483651"/>
    <p:sldLayoutId r:id="rId5" id="2147483652"/>
    <p:sldLayoutId r:id="rId6" id="2147483653"/>
    <p:sldLayoutId r:id="rId7" id="2147483654"/>
  </p:sldLayoutIdLst>
  <p:hf dt="0" ftr="0" sldNum="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cap="none" u="none" sz="1120" strike="noStrike" i="0">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cap="none" u="none" sz="1120" strike="noStrike" i="0">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cap="none" u="none" sz="1120" strike="noStrike" i="0">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cap="none" u="none" sz="1120" strike="noStrike" i="0">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cap="none" u="none" sz="1120" strike="noStrike" i="0">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cap="none" u="none" sz="1120" strike="noStrike" i="0">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cap="none" u="none" sz="1120" strike="noStrike" i="0">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cap="none" u="none" sz="1120" strike="noStrike" i="0">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cap="none" u="none" sz="1120" strike="noStrike" i="0">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cap="none" u="none" sz="1120" strike="noStrike" i="0">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cap="none" u="none" sz="1120" strike="noStrike" i="0">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cap="none" u="none" sz="1120" strike="noStrike" i="0">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cap="none" u="none" sz="1120" strike="noStrike" i="0">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cap="none" u="none" sz="1120" strike="noStrike" i="0">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cap="none" u="none" sz="1120" strike="noStrike" i="0">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cap="none" u="none" sz="1120" strike="noStrike" i="0">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cap="none" u="none" sz="1120" strike="noStrike" i="0">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cap="none" u="none" sz="1120" strike="noStrike" i="0">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cap="none" u="none" sz="1120" strike="noStrike" i="0">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cap="none" u="none" sz="1120" strike="noStrike" i="0">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cap="none" u="none" sz="1120" strike="noStrike" i="0">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cap="none" u="none" sz="1120" strike="noStrike" i="0">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cap="none" u="none" sz="1120" strike="noStrike" i="0">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cap="none" u="none" sz="1120" strike="noStrike" i="0">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cap="none" u="none" sz="1120" strike="noStrike" i="0">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cap="none" u="none" sz="1120" strike="noStrike" i="0">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cap="none" u="none" sz="1120" strike="noStrike" i="0">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xml"/><Relationship Id="rId3" Type="http://schemas.openxmlformats.org/officeDocument/2006/relationships/hyperlink" Target="https://lf-automotivelinux.atlassian.net/wiki/spaces/OSPO/pages/397082627/Publications#OSS-%26-OSPO-Promotion-Slides-for-Automotive-Companies" TargetMode="Externa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6.xml"/><Relationship Id="rId3" Type="http://schemas.openxmlformats.org/officeDocument/2006/relationships/hyperlink" Target="https://ja.wikipedia.org/wiki/%E7%BE%A4%E7%9B%B2%E8%B1%A1%E3%82%92%E8%A9%95%E3%81%99" TargetMode="External"/><Relationship Id="rId4" Type="http://schemas.openxmlformats.org/officeDocument/2006/relationships/hyperlink" Target="https://en.wikipedia.org/wiki/Blind_men_and_an_elephant" TargetMode="Externa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0.xml"/><Relationship Id="rId3"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name="Shape 39" id="39"/>
        <p:cNvGrpSpPr/>
        <p:nvPr/>
      </p:nvGrpSpPr>
      <p:grpSpPr>
        <a:xfrm>
          <a:off x="0" y="0"/>
          <a:ext cx="0" cy="0"/>
          <a:chOff x="0" y="0"/>
          <a:chExt cx="0" cy="0"/>
        </a:xfrm>
      </p:grpSpPr>
      <p:sp>
        <p:nvSpPr>
          <p:cNvPr name="Google Shape;40;p9" id="40"/>
          <p:cNvSpPr txBox="1"/>
          <p:nvPr>
            <p:ph type="title"/>
          </p:nvPr>
        </p:nvSpPr>
        <p:spPr>
          <a:xfrm>
            <a:off x="432000" y="34524"/>
            <a:ext cx="8280000" cy="594300"/>
          </a:xfrm>
          <a:prstGeom prst="rect">
            <a:avLst/>
          </a:prstGeom>
        </p:spPr>
        <p:txBody>
          <a:bodyPr lIns="0" bIns="0" anchor="b" rIns="0" anchorCtr="0" wrap="square" spcFirstLastPara="1" tIns="0">
            <a:noAutofit/>
          </a:bodyPr>
          <a:lstStyle/>
          <a:p>
            <a:pPr lvl="0" indent="0" rtl="0" marL="0" algn="l">
              <a:spcBef>
                <a:spcPts val="0"/>
              </a:spcBef>
              <a:spcAft>
                <a:spcPts val="0"/>
              </a:spcAft>
              <a:buNone/>
            </a:pPr>
            <a:r>
              <a:rPr sz="1120" noProof="1" lang="ja"/>
              <a:t>Here is a pictorial representation of the SBOM management process that was described and commented on 5/23.</a:t>
            </a:r>
            <a:endParaRPr sz="1120"/>
          </a:p>
          <a:p>
            <a:pPr lvl="0" indent="0" rtl="0" marL="0" algn="l">
              <a:spcBef>
                <a:spcPts val="0"/>
              </a:spcBef>
              <a:spcAft>
                <a:spcPts val="0"/>
              </a:spcAft>
              <a:buNone/>
            </a:pPr>
            <a:r>
              <a:rPr sz="1120" noProof="1" lang="ja"/>
              <a:t>I would appreciate your advice and comments.</a:t>
            </a:r>
            <a:endParaRPr sz="1120"/>
          </a:p>
        </p:txBody>
      </p:sp>
      <p:sp>
        <p:nvSpPr>
          <p:cNvPr name="Google Shape;41;p9" id="41"/>
          <p:cNvSpPr/>
          <p:nvPr/>
        </p:nvSpPr>
        <p:spPr>
          <a:xfrm>
            <a:off x="1132238" y="2468650"/>
            <a:ext cx="1343700" cy="594300"/>
          </a:xfrm>
          <a:prstGeom prst="homePlate">
            <a:avLst>
              <a:gd name="adj" fmla="val 50000"/>
            </a:avLst>
          </a:prstGeom>
          <a:solidFill>
            <a:schemeClr val="lt2"/>
          </a:solidFill>
          <a:ln cmpd="sng" cap="flat" w="9525">
            <a:solidFill>
              <a:schemeClr val="dk2"/>
            </a:solidFill>
            <a:prstDash val="solid"/>
            <a:round/>
            <a:headEnd len="sm" w="sm" type="none"/>
            <a:tailEnd len="sm" w="sm" type="none"/>
          </a:ln>
        </p:spPr>
        <p:txBody>
          <a:bodyPr lIns="91425" bIns="91425" anchor="ctr" rIns="91425" anchorCtr="0" wrap="square" spcFirstLastPara="1" tIns="91425">
            <a:noAutofit/>
          </a:bodyPr>
          <a:lstStyle/>
          <a:p>
            <a:pPr lvl="0" indent="0" rtl="0" marL="0" algn="ctr">
              <a:spcBef>
                <a:spcPts val="0"/>
              </a:spcBef>
              <a:spcAft>
                <a:spcPts val="0"/>
              </a:spcAft>
              <a:buNone/>
            </a:pPr>
            <a:r>
              <a:rPr noProof="1" lang="ja"/>
              <a:t>Procurement Department</a:t>
            </a:r>
            <a:endParaRPr/>
          </a:p>
        </p:txBody>
      </p:sp>
      <p:sp>
        <p:nvSpPr>
          <p:cNvPr name="Google Shape;42;p9" id="42"/>
          <p:cNvSpPr/>
          <p:nvPr/>
        </p:nvSpPr>
        <p:spPr>
          <a:xfrm>
            <a:off x="203400" y="1722425"/>
            <a:ext cx="712500" cy="594300"/>
          </a:xfrm>
          <a:prstGeom prst="foldedCorner">
            <a:avLst>
              <a:gd name="adj" fmla="val 30197"/>
            </a:avLst>
          </a:prstGeom>
          <a:solidFill>
            <a:schemeClr val="lt1"/>
          </a:solidFill>
          <a:ln cmpd="sng" cap="flat" w="9525">
            <a:solidFill>
              <a:schemeClr val="dk1"/>
            </a:solidFill>
            <a:prstDash val="solid"/>
            <a:round/>
            <a:headEnd len="sm" w="sm" type="none"/>
            <a:tailEnd len="sm" w="sm" type="none"/>
          </a:ln>
        </p:spPr>
        <p:txBody>
          <a:bodyPr lIns="91425" bIns="91425" anchor="ctr" rIns="91425" anchorCtr="0" wrap="square" spcFirstLastPara="1" tIns="91425">
            <a:noAutofit/>
          </a:bodyPr>
          <a:lstStyle/>
          <a:p>
            <a:pPr lvl="0" indent="0" rtl="0" marL="0" algn="ctr">
              <a:spcBef>
                <a:spcPts val="0"/>
              </a:spcBef>
              <a:spcAft>
                <a:spcPts val="0"/>
              </a:spcAft>
              <a:buNone/>
            </a:pPr>
            <a:r>
              <a:rPr sz="800" noProof="1" lang="ja"/>
              <a:t>Ordered parts</a:t>
            </a:r>
            <a:endParaRPr sz="800"/>
          </a:p>
          <a:p>
            <a:pPr lvl="0" indent="0" rtl="0" marL="0" algn="ctr">
              <a:spcBef>
                <a:spcPts val="0"/>
              </a:spcBef>
              <a:spcAft>
                <a:spcPts val="0"/>
              </a:spcAft>
              <a:buNone/>
            </a:pPr>
            <a:r>
              <a:rPr sz="800" noProof="1" lang="ja"/>
              <a:t>SBOM</a:t>
            </a:r>
            <a:endParaRPr sz="800"/>
          </a:p>
        </p:txBody>
      </p:sp>
      <p:sp>
        <p:nvSpPr>
          <p:cNvPr name="Google Shape;43;p9" id="43"/>
          <p:cNvSpPr/>
          <p:nvPr/>
        </p:nvSpPr>
        <p:spPr>
          <a:xfrm>
            <a:off x="203400" y="2468650"/>
            <a:ext cx="712500" cy="594300"/>
          </a:xfrm>
          <a:prstGeom prst="foldedCorner">
            <a:avLst>
              <a:gd name="adj" fmla="val 30197"/>
            </a:avLst>
          </a:prstGeom>
          <a:solidFill>
            <a:schemeClr val="lt1"/>
          </a:solidFill>
          <a:ln cmpd="sng" cap="flat" w="9525">
            <a:solidFill>
              <a:schemeClr val="dk1"/>
            </a:solidFill>
            <a:prstDash val="solid"/>
            <a:round/>
            <a:headEnd len="sm" w="sm" type="none"/>
            <a:tailEnd len="sm" w="sm" type="none"/>
          </a:ln>
        </p:spPr>
        <p:txBody>
          <a:bodyPr lIns="91425" bIns="91425" anchor="ctr" rIns="91425" anchorCtr="0" wrap="square" spcFirstLastPara="1" tIns="91425">
            <a:noAutofit/>
          </a:bodyPr>
          <a:lstStyle/>
          <a:p>
            <a:pPr lvl="0" indent="0" rtl="0" marL="0" algn="ctr">
              <a:spcBef>
                <a:spcPts val="0"/>
              </a:spcBef>
              <a:spcAft>
                <a:spcPts val="0"/>
              </a:spcAft>
              <a:buClr>
                <a:schemeClr val="dk1"/>
              </a:buClr>
              <a:buSzPts val="1100"/>
              <a:buFont typeface="Arial"/>
              <a:buNone/>
            </a:pPr>
            <a:r>
              <a:rPr sz="800" noProof="1" lang="ja">
                <a:solidFill>
                  <a:schemeClr val="dk1"/>
                </a:solidFill>
              </a:rPr>
              <a:t>Ordered parts</a:t>
            </a:r>
            <a:endParaRPr sz="800">
              <a:solidFill>
                <a:schemeClr val="dk1"/>
              </a:solidFill>
            </a:endParaRPr>
          </a:p>
          <a:p>
            <a:pPr lvl="0" indent="0" rtl="0" marL="0" algn="ctr">
              <a:spcBef>
                <a:spcPts val="0"/>
              </a:spcBef>
              <a:spcAft>
                <a:spcPts val="0"/>
              </a:spcAft>
              <a:buClr>
                <a:schemeClr val="dk1"/>
              </a:buClr>
              <a:buSzPts val="1100"/>
              <a:buFont typeface="Arial"/>
              <a:buNone/>
            </a:pPr>
            <a:r>
              <a:rPr sz="800" noProof="1" lang="ja">
                <a:solidFill>
                  <a:schemeClr val="dk1"/>
                </a:solidFill>
              </a:rPr>
              <a:t>SBOM</a:t>
            </a:r>
            <a:endParaRPr/>
          </a:p>
        </p:txBody>
      </p:sp>
      <p:sp>
        <p:nvSpPr>
          <p:cNvPr name="Google Shape;44;p9" id="44"/>
          <p:cNvSpPr/>
          <p:nvPr/>
        </p:nvSpPr>
        <p:spPr>
          <a:xfrm>
            <a:off x="203400" y="3214875"/>
            <a:ext cx="712500" cy="594300"/>
          </a:xfrm>
          <a:prstGeom prst="foldedCorner">
            <a:avLst>
              <a:gd name="adj" fmla="val 30197"/>
            </a:avLst>
          </a:prstGeom>
          <a:solidFill>
            <a:schemeClr val="lt1"/>
          </a:solidFill>
          <a:ln cmpd="sng" cap="flat" w="9525">
            <a:solidFill>
              <a:schemeClr val="dk1"/>
            </a:solidFill>
            <a:prstDash val="solid"/>
            <a:round/>
            <a:headEnd len="sm" w="sm" type="none"/>
            <a:tailEnd len="sm" w="sm" type="none"/>
          </a:ln>
        </p:spPr>
        <p:txBody>
          <a:bodyPr lIns="91425" bIns="91425" anchor="ctr" rIns="91425" anchorCtr="0" wrap="square" spcFirstLastPara="1" tIns="91425">
            <a:noAutofit/>
          </a:bodyPr>
          <a:lstStyle/>
          <a:p>
            <a:pPr lvl="0" indent="0" rtl="0" marL="0" algn="ctr">
              <a:spcBef>
                <a:spcPts val="0"/>
              </a:spcBef>
              <a:spcAft>
                <a:spcPts val="0"/>
              </a:spcAft>
              <a:buNone/>
            </a:pPr>
            <a:r>
              <a:rPr noProof="1" lang="ja"/>
              <a:t>OSS</a:t>
            </a:r>
            <a:endParaRPr/>
          </a:p>
          <a:p>
            <a:pPr lvl="0" indent="0" rtl="0" marL="0" algn="ctr">
              <a:spcBef>
                <a:spcPts val="0"/>
              </a:spcBef>
              <a:spcAft>
                <a:spcPts val="0"/>
              </a:spcAft>
              <a:buNone/>
            </a:pPr>
            <a:r>
              <a:rPr noProof="1" lang="ja"/>
              <a:t>SBOM</a:t>
            </a:r>
            <a:endParaRPr/>
          </a:p>
        </p:txBody>
      </p:sp>
      <p:sp>
        <p:nvSpPr>
          <p:cNvPr name="Google Shape;45;p9" id="45"/>
          <p:cNvSpPr/>
          <p:nvPr/>
        </p:nvSpPr>
        <p:spPr>
          <a:xfrm>
            <a:off x="2525224" y="2468650"/>
            <a:ext cx="1343700" cy="594300"/>
          </a:xfrm>
          <a:prstGeom prst="homePlate">
            <a:avLst>
              <a:gd name="adj" fmla="val 50000"/>
            </a:avLst>
          </a:prstGeom>
          <a:solidFill>
            <a:schemeClr val="lt2"/>
          </a:solidFill>
          <a:ln cmpd="sng" cap="flat" w="9525">
            <a:solidFill>
              <a:schemeClr val="dk2"/>
            </a:solidFill>
            <a:prstDash val="solid"/>
            <a:round/>
            <a:headEnd len="sm" w="sm" type="none"/>
            <a:tailEnd len="sm" w="sm" type="none"/>
          </a:ln>
        </p:spPr>
        <p:txBody>
          <a:bodyPr lIns="91425" bIns="91425" anchor="ctr" rIns="91425" anchorCtr="0" wrap="square" spcFirstLastPara="1" tIns="91425">
            <a:noAutofit/>
          </a:bodyPr>
          <a:lstStyle/>
          <a:p>
            <a:pPr lvl="0" indent="0" rtl="0" marL="0" algn="ctr">
              <a:spcBef>
                <a:spcPts val="0"/>
              </a:spcBef>
              <a:spcAft>
                <a:spcPts val="0"/>
              </a:spcAft>
              <a:buNone/>
            </a:pPr>
            <a:r>
              <a:rPr noProof="1" lang="ja"/>
              <a:t>Design Department</a:t>
            </a:r>
            <a:endParaRPr/>
          </a:p>
        </p:txBody>
      </p:sp>
      <p:sp>
        <p:nvSpPr>
          <p:cNvPr name="Google Shape;46;p9" id="46"/>
          <p:cNvSpPr/>
          <p:nvPr/>
        </p:nvSpPr>
        <p:spPr>
          <a:xfrm>
            <a:off x="3918210" y="2468650"/>
            <a:ext cx="1343700" cy="594300"/>
          </a:xfrm>
          <a:prstGeom prst="homePlate">
            <a:avLst>
              <a:gd name="adj" fmla="val 50000"/>
            </a:avLst>
          </a:prstGeom>
          <a:solidFill>
            <a:schemeClr val="lt2"/>
          </a:solidFill>
          <a:ln cmpd="sng" cap="flat" w="9525">
            <a:solidFill>
              <a:schemeClr val="dk2"/>
            </a:solidFill>
            <a:prstDash val="solid"/>
            <a:round/>
            <a:headEnd len="sm" w="sm" type="none"/>
            <a:tailEnd len="sm" w="sm" type="none"/>
          </a:ln>
        </p:spPr>
        <p:txBody>
          <a:bodyPr lIns="91425" bIns="91425" anchor="ctr" rIns="91425" anchorCtr="0" wrap="square" spcFirstLastPara="1" tIns="91425">
            <a:noAutofit/>
          </a:bodyPr>
          <a:lstStyle/>
          <a:p>
            <a:pPr lvl="0" indent="0" rtl="0" marL="0" algn="ctr">
              <a:spcBef>
                <a:spcPts val="0"/>
              </a:spcBef>
              <a:spcAft>
                <a:spcPts val="0"/>
              </a:spcAft>
              <a:buNone/>
            </a:pPr>
            <a:r>
              <a:rPr noProof="1" lang="ja"/>
              <a:t>Development Department</a:t>
            </a:r>
            <a:endParaRPr/>
          </a:p>
        </p:txBody>
      </p:sp>
      <p:sp>
        <p:nvSpPr>
          <p:cNvPr name="Google Shape;47;p9" id="47"/>
          <p:cNvSpPr/>
          <p:nvPr/>
        </p:nvSpPr>
        <p:spPr>
          <a:xfrm>
            <a:off x="6664326" y="2468650"/>
            <a:ext cx="1343700" cy="594300"/>
          </a:xfrm>
          <a:prstGeom prst="homePlate">
            <a:avLst>
              <a:gd name="adj" fmla="val 50000"/>
            </a:avLst>
          </a:prstGeom>
          <a:solidFill>
            <a:schemeClr val="lt2"/>
          </a:solidFill>
          <a:ln cmpd="sng" cap="flat" w="9525">
            <a:solidFill>
              <a:schemeClr val="dk2"/>
            </a:solidFill>
            <a:prstDash val="solid"/>
            <a:round/>
            <a:headEnd len="sm" w="sm" type="none"/>
            <a:tailEnd len="sm" w="sm" type="none"/>
          </a:ln>
        </p:spPr>
        <p:txBody>
          <a:bodyPr lIns="91425" bIns="91425" anchor="ctr" rIns="91425" anchorCtr="0" wrap="square" spcFirstLastPara="1" tIns="91425">
            <a:noAutofit/>
          </a:bodyPr>
          <a:lstStyle/>
          <a:p>
            <a:pPr lvl="0" indent="0" rtl="0" marL="0" algn="ctr">
              <a:spcBef>
                <a:spcPts val="0"/>
              </a:spcBef>
              <a:spcAft>
                <a:spcPts val="0"/>
              </a:spcAft>
              <a:buNone/>
            </a:pPr>
            <a:r>
              <a:rPr noProof="1" lang="ja"/>
              <a:t>Shipping Department</a:t>
            </a:r>
            <a:endParaRPr/>
          </a:p>
        </p:txBody>
      </p:sp>
      <p:sp>
        <p:nvSpPr>
          <p:cNvPr name="Google Shape;48;p9" id="48"/>
          <p:cNvSpPr txBox="1"/>
          <p:nvPr/>
        </p:nvSpPr>
        <p:spPr>
          <a:xfrm>
            <a:off x="-66162" y="4039850"/>
            <a:ext cx="1251600" cy="831300"/>
          </a:xfrm>
          <a:prstGeom prst="rect">
            <a:avLst/>
          </a:prstGeom>
          <a:noFill/>
          <a:ln>
            <a:noFill/>
          </a:ln>
        </p:spPr>
        <p:txBody>
          <a:bodyPr lIns="91425" bIns="91425" anchor="t" rIns="91425" anchorCtr="0" wrap="square" spcFirstLastPara="1" tIns="91425">
            <a:spAutoFit/>
          </a:bodyPr>
          <a:lstStyle/>
          <a:p>
            <a:pPr lvl="0" indent="0" rtl="0" marL="0" algn="ctr">
              <a:spcBef>
                <a:spcPts val="0"/>
              </a:spcBef>
              <a:spcAft>
                <a:spcPts val="0"/>
              </a:spcAft>
              <a:buNone/>
            </a:pPr>
            <a:r>
              <a:rPr noProof="1" lang="ja"/>
              <a:t>(upstream)</a:t>
            </a:r>
            <a:endParaRPr/>
          </a:p>
          <a:p>
            <a:pPr lvl="0" indent="0" rtl="0" marL="0" algn="ctr">
              <a:spcBef>
                <a:spcPts val="0"/>
              </a:spcBef>
              <a:spcAft>
                <a:spcPts val="0"/>
              </a:spcAft>
              <a:buNone/>
            </a:pPr>
            <a:r>
              <a:rPr noProof="1" lang="ja"/>
              <a:t>Parts Manufacturer</a:t>
            </a:r>
            <a:endParaRPr/>
          </a:p>
          <a:p>
            <a:pPr lvl="0" indent="0" rtl="0" marL="0" algn="ctr">
              <a:spcBef>
                <a:spcPts val="0"/>
              </a:spcBef>
              <a:spcAft>
                <a:spcPts val="0"/>
              </a:spcAft>
              <a:buNone/>
            </a:pPr>
            <a:r>
              <a:rPr noProof="1" lang="ja"/>
              <a:t>Repository</a:t>
            </a:r>
            <a:endParaRPr/>
          </a:p>
        </p:txBody>
      </p:sp>
      <p:sp>
        <p:nvSpPr>
          <p:cNvPr name="Google Shape;49;p9" id="49"/>
          <p:cNvSpPr/>
          <p:nvPr/>
        </p:nvSpPr>
        <p:spPr>
          <a:xfrm>
            <a:off x="8173367" y="2468650"/>
            <a:ext cx="712500" cy="594300"/>
          </a:xfrm>
          <a:prstGeom prst="foldedCorner">
            <a:avLst>
              <a:gd name="adj" fmla="val 30197"/>
            </a:avLst>
          </a:prstGeom>
          <a:solidFill>
            <a:schemeClr val="lt1"/>
          </a:solidFill>
          <a:ln cmpd="sng" cap="flat" w="9525">
            <a:solidFill>
              <a:schemeClr val="dk1"/>
            </a:solidFill>
            <a:prstDash val="solid"/>
            <a:round/>
            <a:headEnd len="sm" w="sm" type="none"/>
            <a:tailEnd len="sm" w="sm" type="none"/>
          </a:ln>
        </p:spPr>
        <p:txBody>
          <a:bodyPr lIns="91425" bIns="91425" anchor="ctr" rIns="91425" anchorCtr="0" wrap="square" spcFirstLastPara="1" tIns="91425">
            <a:noAutofit/>
          </a:bodyPr>
          <a:lstStyle/>
          <a:p>
            <a:pPr lvl="0" indent="0" rtl="0" marL="0" algn="ctr">
              <a:spcBef>
                <a:spcPts val="0"/>
              </a:spcBef>
              <a:spcAft>
                <a:spcPts val="0"/>
              </a:spcAft>
              <a:buNone/>
            </a:pPr>
            <a:r>
              <a:rPr noProof="1" lang="ja"/>
              <a:t>Product</a:t>
            </a:r>
            <a:endParaRPr/>
          </a:p>
          <a:p>
            <a:pPr lvl="0" indent="0" rtl="0" marL="0" algn="ctr">
              <a:spcBef>
                <a:spcPts val="0"/>
              </a:spcBef>
              <a:spcAft>
                <a:spcPts val="0"/>
              </a:spcAft>
              <a:buNone/>
            </a:pPr>
            <a:r>
              <a:rPr noProof="1" lang="ja"/>
              <a:t>SBOM</a:t>
            </a:r>
            <a:endParaRPr/>
          </a:p>
        </p:txBody>
      </p:sp>
      <p:sp>
        <p:nvSpPr>
          <p:cNvPr name="Google Shape;50;p9" id="50"/>
          <p:cNvSpPr txBox="1"/>
          <p:nvPr/>
        </p:nvSpPr>
        <p:spPr>
          <a:xfrm>
            <a:off x="7602163" y="4162675"/>
            <a:ext cx="1428900" cy="615600"/>
          </a:xfrm>
          <a:prstGeom prst="rect">
            <a:avLst/>
          </a:prstGeom>
          <a:noFill/>
          <a:ln>
            <a:noFill/>
          </a:ln>
        </p:spPr>
        <p:txBody>
          <a:bodyPr lIns="91425" bIns="91425" anchor="t" rIns="91425" anchorCtr="0" wrap="square" spcFirstLastPara="1" tIns="91425">
            <a:spAutoFit/>
          </a:bodyPr>
          <a:lstStyle/>
          <a:p>
            <a:pPr lvl="0" indent="0" rtl="0" marL="0" algn="ctr">
              <a:spcBef>
                <a:spcPts val="0"/>
              </a:spcBef>
              <a:spcAft>
                <a:spcPts val="0"/>
              </a:spcAft>
              <a:buNone/>
            </a:pPr>
            <a:r>
              <a:rPr noProof="1" lang="ja"/>
              <a:t>(Downstream)</a:t>
            </a:r>
            <a:endParaRPr/>
          </a:p>
          <a:p>
            <a:pPr lvl="0" indent="0" rtl="0" marL="0" algn="l">
              <a:spcBef>
                <a:spcPts val="0"/>
              </a:spcBef>
              <a:spcAft>
                <a:spcPts val="0"/>
              </a:spcAft>
              <a:buNone/>
            </a:pPr>
            <a:r>
              <a:rPr noProof="1" lang="ja"/>
              <a:t>Destination/Customer</a:t>
            </a:r>
            <a:endParaRPr/>
          </a:p>
        </p:txBody>
      </p:sp>
      <p:sp>
        <p:nvSpPr>
          <p:cNvPr name="Google Shape;51;p9" id="51"/>
          <p:cNvSpPr txBox="1"/>
          <p:nvPr/>
        </p:nvSpPr>
        <p:spPr>
          <a:xfrm>
            <a:off x="1073282" y="3151200"/>
            <a:ext cx="1235400" cy="1416000"/>
          </a:xfrm>
          <a:prstGeom prst="rect">
            <a:avLst/>
          </a:prstGeom>
          <a:noFill/>
          <a:ln>
            <a:noFill/>
          </a:ln>
        </p:spPr>
        <p:txBody>
          <a:bodyPr lIns="91425" bIns="91425" anchor="t" rIns="91425" anchorCtr="0" wrap="square" spcFirstLastPara="1" tIns="91425">
            <a:spAutoFit/>
          </a:bodyPr>
          <a:lstStyle/>
          <a:p>
            <a:pPr lvl="0" indent="0" rtl="0" marL="0" algn="ctr">
              <a:spcBef>
                <a:spcPts val="0"/>
              </a:spcBef>
              <a:spcAft>
                <a:spcPts val="0"/>
              </a:spcAft>
              <a:buNone/>
            </a:pPr>
            <a:r>
              <a:rPr b="1" u="sng" sz="800" noProof="1" lang="ja"/>
              <a:t>SBOM Ordering/Receiving Management of Ordered Parts</a:t>
            </a:r>
            <a:endParaRPr b="1" u="sng" sz="800"/>
          </a:p>
          <a:p>
            <a:pPr lvl="0" indent="0" rtl="0" marL="0" algn="ctr">
              <a:spcBef>
                <a:spcPts val="0"/>
              </a:spcBef>
              <a:spcAft>
                <a:spcPts val="0"/>
              </a:spcAft>
              <a:buNone/>
            </a:pPr>
            <a:r>
              <a:rPr sz="800" noProof="1" lang="ja"/>
              <a:t>(Ensure that SBOMs are requested and received at the time of ordering; ensure that SBOMs are received at VUP, etc.)</a:t>
            </a:r>
            <a:endParaRPr sz="800"/>
          </a:p>
        </p:txBody>
      </p:sp>
      <p:sp>
        <p:nvSpPr>
          <p:cNvPr name="Google Shape;52;p9" id="52"/>
          <p:cNvSpPr txBox="1"/>
          <p:nvPr/>
        </p:nvSpPr>
        <p:spPr>
          <a:xfrm>
            <a:off x="2525224" y="3151200"/>
            <a:ext cx="1235400" cy="1108200"/>
          </a:xfrm>
          <a:prstGeom prst="rect">
            <a:avLst/>
          </a:prstGeom>
          <a:noFill/>
          <a:ln>
            <a:noFill/>
          </a:ln>
        </p:spPr>
        <p:txBody>
          <a:bodyPr lIns="91425" bIns="91425" anchor="t" rIns="91425" anchorCtr="0" wrap="square" spcFirstLastPara="1" tIns="91425">
            <a:spAutoFit/>
          </a:bodyPr>
          <a:lstStyle/>
          <a:p>
            <a:pPr lvl="0" indent="0" rtl="0" marL="0" algn="ctr">
              <a:spcBef>
                <a:spcPts val="0"/>
              </a:spcBef>
              <a:spcAft>
                <a:spcPts val="0"/>
              </a:spcAft>
              <a:buNone/>
            </a:pPr>
            <a:r>
              <a:rPr b="1" u="sng" sz="800" noProof="1" lang="ja"/>
              <a:t>SBOM content management for ordered parts</a:t>
            </a:r>
            <a:endParaRPr b="1" u="sng" sz="800"/>
          </a:p>
          <a:p>
            <a:pPr lvl="0" indent="0" rtl="0" marL="0" algn="ctr">
              <a:spcBef>
                <a:spcPts val="0"/>
              </a:spcBef>
              <a:spcAft>
                <a:spcPts val="0"/>
              </a:spcAft>
              <a:buNone/>
            </a:pPr>
            <a:r>
              <a:rPr sz="800" noProof="1" lang="ja"/>
              <a:t>(Component vulnerability management/handling/reporting to component manufacturer when it becomes apparent, etc.)</a:t>
            </a:r>
            <a:endParaRPr sz="800"/>
          </a:p>
        </p:txBody>
      </p:sp>
      <p:sp>
        <p:nvSpPr>
          <p:cNvPr name="Google Shape;53;p9" id="53"/>
          <p:cNvSpPr txBox="1"/>
          <p:nvPr/>
        </p:nvSpPr>
        <p:spPr>
          <a:xfrm>
            <a:off x="3868804" y="3151200"/>
            <a:ext cx="1235400" cy="1416000"/>
          </a:xfrm>
          <a:prstGeom prst="rect">
            <a:avLst/>
          </a:prstGeom>
          <a:noFill/>
          <a:ln>
            <a:noFill/>
          </a:ln>
        </p:spPr>
        <p:txBody>
          <a:bodyPr lIns="91425" bIns="91425" anchor="t" rIns="91425" anchorCtr="0" wrap="square" spcFirstLastPara="1" tIns="91425">
            <a:spAutoFit/>
          </a:bodyPr>
          <a:lstStyle/>
          <a:p>
            <a:pPr lvl="0" indent="0" rtl="0" marL="0" algn="ctr">
              <a:spcBef>
                <a:spcPts val="0"/>
              </a:spcBef>
              <a:spcAft>
                <a:spcPts val="0"/>
              </a:spcAft>
              <a:buNone/>
            </a:pPr>
            <a:r>
              <a:rPr b="1" u="sng" sz="800" noProof="1" lang="ja"/>
              <a:t>Product SBOM creation management</a:t>
            </a:r>
            <a:endParaRPr b="1" u="sng" sz="800"/>
          </a:p>
          <a:p>
            <a:pPr lvl="0" indent="0" rtl="0" marL="0" algn="l">
              <a:spcBef>
                <a:spcPts val="0"/>
              </a:spcBef>
              <a:spcAft>
                <a:spcPts val="0"/>
              </a:spcAft>
              <a:buNone/>
            </a:pPr>
            <a:r>
              <a:rPr sz="800" noProof="1" lang="ja"/>
              <a:t>(Responsible for SBOM creation, FIX the OSS version at the time of development and create the SBOM for the product to be delivered, etc.)</a:t>
            </a:r>
            <a:endParaRPr sz="800"/>
          </a:p>
        </p:txBody>
      </p:sp>
      <p:sp>
        <p:nvSpPr>
          <p:cNvPr name="Google Shape;54;p9" id="54"/>
          <p:cNvSpPr txBox="1"/>
          <p:nvPr/>
        </p:nvSpPr>
        <p:spPr>
          <a:xfrm>
            <a:off x="6664326" y="3151200"/>
            <a:ext cx="1235400" cy="1416000"/>
          </a:xfrm>
          <a:prstGeom prst="rect">
            <a:avLst/>
          </a:prstGeom>
          <a:noFill/>
          <a:ln>
            <a:noFill/>
          </a:ln>
        </p:spPr>
        <p:txBody>
          <a:bodyPr lIns="91425" bIns="91425" anchor="t" rIns="91425" anchorCtr="0" wrap="square" spcFirstLastPara="1" tIns="91425">
            <a:spAutoFit/>
          </a:bodyPr>
          <a:lstStyle/>
          <a:p>
            <a:pPr lvl="0" indent="0" rtl="0" marL="0" algn="ctr">
              <a:spcBef>
                <a:spcPts val="0"/>
              </a:spcBef>
              <a:spcAft>
                <a:spcPts val="0"/>
              </a:spcAft>
              <a:buNone/>
            </a:pPr>
            <a:r>
              <a:rPr b="1" u="sng" sz="800" noProof="1" lang="ja"/>
              <a:t>Product SBOM management</a:t>
            </a:r>
            <a:endParaRPr b="1" u="sng" sz="800"/>
          </a:p>
          <a:p>
            <a:pPr lvl="0" indent="0" rtl="0" marL="0" algn="l">
              <a:spcBef>
                <a:spcPts val="0"/>
              </a:spcBef>
              <a:spcAft>
                <a:spcPts val="0"/>
              </a:spcAft>
              <a:buNone/>
            </a:pPr>
            <a:r>
              <a:rPr sz="800" noProof="1" lang="ja"/>
              <a:t>(Product SBM delivery management, version management of delivered product SBOMs, ensuring delivery of SBOMs during product VUP, etc.)</a:t>
            </a:r>
            <a:endParaRPr sz="800"/>
          </a:p>
        </p:txBody>
      </p:sp>
      <p:sp>
        <p:nvSpPr>
          <p:cNvPr name="Google Shape;55;p9" id="55"/>
          <p:cNvSpPr/>
          <p:nvPr/>
        </p:nvSpPr>
        <p:spPr>
          <a:xfrm>
            <a:off x="5311195" y="2468650"/>
            <a:ext cx="1343700" cy="594300"/>
          </a:xfrm>
          <a:prstGeom prst="homePlate">
            <a:avLst>
              <a:gd name="adj" fmla="val 50000"/>
            </a:avLst>
          </a:prstGeom>
          <a:solidFill>
            <a:schemeClr val="lt2"/>
          </a:solidFill>
          <a:ln cmpd="sng" cap="flat" w="9525">
            <a:solidFill>
              <a:schemeClr val="dk2"/>
            </a:solidFill>
            <a:prstDash val="solid"/>
            <a:round/>
            <a:headEnd len="sm" w="sm" type="none"/>
            <a:tailEnd len="sm" w="sm" type="none"/>
          </a:ln>
        </p:spPr>
        <p:txBody>
          <a:bodyPr lIns="91425" bIns="91425" anchor="ctr" rIns="91425" anchorCtr="0" wrap="square" spcFirstLastPara="1" tIns="91425">
            <a:noAutofit/>
          </a:bodyPr>
          <a:lstStyle/>
          <a:p>
            <a:pPr lvl="0" indent="0" rtl="0" marL="0" algn="ctr">
              <a:spcBef>
                <a:spcPts val="0"/>
              </a:spcBef>
              <a:spcAft>
                <a:spcPts val="0"/>
              </a:spcAft>
              <a:buNone/>
            </a:pPr>
            <a:r>
              <a:rPr noProof="1" lang="ja"/>
              <a:t>Quality management</a:t>
            </a:r>
            <a:endParaRPr/>
          </a:p>
          <a:p>
            <a:pPr lvl="0" indent="0" rtl="0" marL="0" algn="ctr">
              <a:spcBef>
                <a:spcPts val="0"/>
              </a:spcBef>
              <a:spcAft>
                <a:spcPts val="0"/>
              </a:spcAft>
              <a:buNone/>
            </a:pPr>
            <a:r>
              <a:rPr noProof="1" lang="ja"/>
              <a:t>Departments</a:t>
            </a:r>
            <a:endParaRPr/>
          </a:p>
        </p:txBody>
      </p:sp>
      <p:sp>
        <p:nvSpPr>
          <p:cNvPr name="Google Shape;56;p9" id="56"/>
          <p:cNvSpPr/>
          <p:nvPr/>
        </p:nvSpPr>
        <p:spPr>
          <a:xfrm>
            <a:off x="1215125" y="1025050"/>
            <a:ext cx="6792900" cy="331800"/>
          </a:xfrm>
          <a:prstGeom prst="rect">
            <a:avLst/>
          </a:prstGeom>
          <a:solidFill>
            <a:schemeClr val="lt2"/>
          </a:solidFill>
          <a:ln cmpd="sng" cap="flat" w="9525">
            <a:solidFill>
              <a:schemeClr val="dk2"/>
            </a:solidFill>
            <a:prstDash val="solid"/>
            <a:round/>
            <a:headEnd len="sm" w="sm" type="none"/>
            <a:tailEnd len="sm" w="sm" type="none"/>
          </a:ln>
        </p:spPr>
        <p:txBody>
          <a:bodyPr lIns="91425" bIns="91425" anchor="ctr" rIns="91425" anchorCtr="0" wrap="square" spcFirstLastPara="1" tIns="91425">
            <a:noAutofit/>
          </a:bodyPr>
          <a:lstStyle/>
          <a:p>
            <a:pPr lvl="0" indent="0" rtl="0" marL="0" algn="ctr">
              <a:spcBef>
                <a:spcPts val="0"/>
              </a:spcBef>
              <a:spcAft>
                <a:spcPts val="0"/>
              </a:spcAft>
              <a:buNone/>
            </a:pPr>
            <a:r>
              <a:rPr noProof="1" lang="ja"/>
              <a:t>OSPO</a:t>
            </a:r>
            <a:endParaRPr/>
          </a:p>
        </p:txBody>
      </p:sp>
      <p:sp>
        <p:nvSpPr>
          <p:cNvPr name="Google Shape;57;p9" id="57"/>
          <p:cNvSpPr txBox="1"/>
          <p:nvPr/>
        </p:nvSpPr>
        <p:spPr>
          <a:xfrm>
            <a:off x="1867450" y="1280625"/>
            <a:ext cx="5734800" cy="800400"/>
          </a:xfrm>
          <a:prstGeom prst="rect">
            <a:avLst/>
          </a:prstGeom>
          <a:noFill/>
          <a:ln>
            <a:noFill/>
          </a:ln>
        </p:spPr>
        <p:txBody>
          <a:bodyPr lIns="91425" bIns="91425" anchor="t" rIns="91425" anchorCtr="0" wrap="square" spcFirstLastPara="1" tIns="91425">
            <a:spAutoFit/>
          </a:bodyPr>
          <a:lstStyle/>
          <a:p>
            <a:pPr lvl="0" indent="-292100" rtl="0" marL="457200" algn="l">
              <a:spcBef>
                <a:spcPts val="0"/>
              </a:spcBef>
              <a:spcAft>
                <a:spcPts val="0"/>
              </a:spcAft>
              <a:buSzPts val="1000"/>
              <a:buChar char="●"/>
            </a:pPr>
            <a:r>
              <a:rPr b="1" sz="800" noProof="1" lang="ja"/>
              <a:t>Establishment of rules and guidelines for the SBOM management process from parts procurement to product shipment</a:t>
            </a:r>
            <a:endParaRPr b="1" sz="800"/>
          </a:p>
          <a:p>
            <a:pPr lvl="0" indent="-292100" rtl="0" marL="457200" algn="l">
              <a:spcBef>
                <a:spcPts val="0"/>
              </a:spcBef>
              <a:spcAft>
                <a:spcPts val="0"/>
              </a:spcAft>
              <a:buSzPts val="1000"/>
              <a:buChar char="●"/>
            </a:pPr>
            <a:r>
              <a:rPr b="1" sz="800" noProof="1" lang="ja"/>
              <a:t>Control of the SBOM management process, handling and improvement of abnormalities</a:t>
            </a:r>
            <a:endParaRPr b="1" sz="800"/>
          </a:p>
          <a:p>
            <a:pPr lvl="0" indent="-292100" rtl="0" marL="457200" algn="l">
              <a:spcBef>
                <a:spcPts val="0"/>
              </a:spcBef>
              <a:spcAft>
                <a:spcPts val="0"/>
              </a:spcAft>
              <a:buSzPts val="1000"/>
              <a:buChar char="●"/>
            </a:pPr>
            <a:r>
              <a:rPr b="1" sz="800" noProof="1" lang="ja"/>
              <a:t>Consideration of improvement and efficiency of the SBOM management process</a:t>
            </a:r>
            <a:endParaRPr b="1" sz="800"/>
          </a:p>
          <a:p>
            <a:pPr lvl="0" indent="-292100" rtl="0" marL="457200" algn="l">
              <a:spcBef>
                <a:spcPts val="0"/>
              </a:spcBef>
              <a:spcAft>
                <a:spcPts val="0"/>
              </a:spcAft>
              <a:buSzPts val="1000"/>
              <a:buChar char="●"/>
            </a:pPr>
            <a:r>
              <a:rPr b="1" sz="800" noProof="1" lang="ja">
                <a:solidFill>
                  <a:schemeClr val="dk1"/>
                </a:solidFill>
              </a:rPr>
              <a:t>Consideration, evaluation, procurement, and introduction of tools necessary for the SBOM management process</a:t>
            </a:r>
            <a:endParaRPr b="1" sz="800"/>
          </a:p>
        </p:txBody>
      </p:sp>
      <p:sp>
        <p:nvSpPr>
          <p:cNvPr name="Google Shape;58;p9" id="58"/>
          <p:cNvSpPr txBox="1"/>
          <p:nvPr/>
        </p:nvSpPr>
        <p:spPr>
          <a:xfrm>
            <a:off x="5266565" y="3151200"/>
            <a:ext cx="1235400" cy="1108200"/>
          </a:xfrm>
          <a:prstGeom prst="rect">
            <a:avLst/>
          </a:prstGeom>
          <a:noFill/>
          <a:ln>
            <a:noFill/>
          </a:ln>
        </p:spPr>
        <p:txBody>
          <a:bodyPr lIns="91425" bIns="91425" anchor="t" rIns="91425" anchorCtr="0" wrap="square" spcFirstLastPara="1" tIns="91425">
            <a:spAutoFit/>
          </a:bodyPr>
          <a:lstStyle/>
          <a:p>
            <a:pPr lvl="0" indent="0" rtl="0" marL="0" algn="ctr">
              <a:spcBef>
                <a:spcPts val="0"/>
              </a:spcBef>
              <a:spcAft>
                <a:spcPts val="0"/>
              </a:spcAft>
              <a:buNone/>
            </a:pPr>
            <a:r>
              <a:rPr b="1" u="sng" sz="800" noProof="1" lang="ja"/>
              <a:t>SBOM quality control of products</a:t>
            </a:r>
            <a:endParaRPr b="1" u="sng" sz="800"/>
          </a:p>
          <a:p>
            <a:pPr lvl="0" indent="0" rtl="0" marL="0" algn="ctr">
              <a:spcBef>
                <a:spcPts val="0"/>
              </a:spcBef>
              <a:spcAft>
                <a:spcPts val="0"/>
              </a:spcAft>
              <a:buNone/>
            </a:pPr>
            <a:r>
              <a:rPr u="sng" sz="800" noProof="1" lang="ja"/>
              <a:t>(Check for defects in attachments and violations of company guidelines)</a:t>
            </a:r>
            <a:endParaRPr u="sng" sz="800"/>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name="Shape 62" id="62"/>
        <p:cNvGrpSpPr/>
        <p:nvPr/>
      </p:nvGrpSpPr>
      <p:grpSpPr>
        <a:xfrm>
          <a:off x="0" y="0"/>
          <a:ext cx="0" cy="0"/>
          <a:chOff x="0" y="0"/>
          <a:chExt cx="0" cy="0"/>
        </a:xfrm>
      </p:grpSpPr>
      <p:sp>
        <p:nvSpPr>
          <p:cNvPr name="Google Shape;63;p10" id="63"/>
          <p:cNvSpPr txBox="1"/>
          <p:nvPr>
            <p:ph type="title"/>
          </p:nvPr>
        </p:nvSpPr>
        <p:spPr>
          <a:xfrm>
            <a:off x="432000" y="34524"/>
            <a:ext cx="8280000" cy="594300"/>
          </a:xfrm>
          <a:prstGeom prst="rect">
            <a:avLst/>
          </a:prstGeom>
        </p:spPr>
        <p:txBody>
          <a:bodyPr lIns="0" bIns="0" anchor="b" rIns="0" anchorCtr="0" wrap="square" spcFirstLastPara="1" tIns="0">
            <a:noAutofit/>
          </a:bodyPr>
          <a:lstStyle/>
          <a:p>
            <a:pPr lvl="0" indent="0" rtl="0" marL="0" algn="l">
              <a:spcBef>
                <a:spcPts val="0"/>
              </a:spcBef>
              <a:spcAft>
                <a:spcPts val="0"/>
              </a:spcAft>
              <a:buNone/>
            </a:pPr>
            <a:r>
              <a:rPr noProof="1" lang="ja"/>
              <a:t>5/23 of chat memos (excluding speaker information)</a:t>
            </a:r>
            <a:endParaRPr/>
          </a:p>
        </p:txBody>
      </p:sp>
      <p:sp>
        <p:nvSpPr>
          <p:cNvPr name="Google Shape;64;p10" id="64"/>
          <p:cNvSpPr txBox="1"/>
          <p:nvPr>
            <p:ph idx="1" type="body"/>
          </p:nvPr>
        </p:nvSpPr>
        <p:spPr>
          <a:xfrm>
            <a:off x="432000" y="792368"/>
            <a:ext cx="8280000" cy="3835800"/>
          </a:xfrm>
          <a:prstGeom prst="rect">
            <a:avLst/>
          </a:prstGeom>
        </p:spPr>
        <p:txBody>
          <a:bodyPr lIns="49625" bIns="24875" anchor="t" rIns="49625" anchorCtr="0" wrap="square" spcFirstLastPara="1" tIns="24875">
            <a:normAutofit lnSpcReduction="10000" fontScale="55000"/>
          </a:bodyPr>
          <a:lstStyle/>
          <a:p>
            <a:pPr lvl="0" indent="-291465" rtl="0" marL="457200" algn="l">
              <a:lnSpc>
                <a:spcPct val="115000"/>
              </a:lnSpc>
              <a:spcBef>
                <a:spcPts val="0"/>
              </a:spcBef>
              <a:spcAft>
                <a:spcPts val="0"/>
              </a:spcAft>
              <a:buSzPct val="100000"/>
              <a:buChar char="●"/>
            </a:pPr>
            <a:r>
              <a:rPr noProof="1" lang="ja"/>
              <a:t>You mentioned that it doesn't make money, but based on the information you shared on Slack, I think Japan needs to do OSS activities to the extent that they make money.</a:t>
            </a:r>
            <a:endParaRPr/>
          </a:p>
          <a:p>
            <a:pPr lvl="0" indent="-291465" rtl="0" marL="457200" algn="l">
              <a:lnSpc>
                <a:spcPct val="115000"/>
              </a:lnSpc>
              <a:spcBef>
                <a:spcPts val="0"/>
              </a:spcBef>
              <a:spcAft>
                <a:spcPts val="0"/>
              </a:spcAft>
              <a:buSzPct val="100000"/>
              <a:buChar char="●"/>
            </a:pPr>
            <a:r>
              <a:rPr noProof="1" lang="ja"/>
              <a:t>I have the impression that community activities tend to be more difficult to explain when the main body of OSPO-like activities is the profit center.</a:t>
            </a:r>
            <a:endParaRPr/>
          </a:p>
          <a:p>
            <a:pPr lvl="1" indent="-280987" rtl="0" marL="914400" algn="l">
              <a:lnSpc>
                <a:spcPct val="115000"/>
              </a:lnSpc>
              <a:spcBef>
                <a:spcPts val="0"/>
              </a:spcBef>
              <a:spcAft>
                <a:spcPts val="0"/>
              </a:spcAft>
              <a:buSzPct val="100000"/>
              <a:buChar char="○"/>
            </a:pPr>
            <a:r>
              <a:rPr noProof="1" lang="ja"/>
              <a:t>I think there are various factors.</a:t>
            </a:r>
            <a:endParaRPr/>
          </a:p>
          <a:p>
            <a:pPr lvl="0" indent="-291465" rtl="0" marL="457200" algn="l">
              <a:lnSpc>
                <a:spcPct val="115000"/>
              </a:lnSpc>
              <a:spcBef>
                <a:spcPts val="0"/>
              </a:spcBef>
              <a:spcAft>
                <a:spcPts val="0"/>
              </a:spcAft>
              <a:buSzPct val="100000"/>
              <a:buChar char="●"/>
            </a:pPr>
            <a:r>
              <a:rPr noProof="1" lang="ja"/>
              <a:t>Since the stage of a company (including group companies) varies depending on the business, it is difficult to put it down to "cross-group activities."</a:t>
            </a:r>
            <a:endParaRPr/>
          </a:p>
          <a:p>
            <a:pPr lvl="0" indent="-291465" rtl="0" marL="457200" algn="l">
              <a:lnSpc>
                <a:spcPct val="115000"/>
              </a:lnSpc>
              <a:spcBef>
                <a:spcPts val="0"/>
              </a:spcBef>
              <a:spcAft>
                <a:spcPts val="0"/>
              </a:spcAft>
              <a:buSzPct val="100000"/>
              <a:buChar char="●"/>
            </a:pPr>
            <a:r>
              <a:rPr noProof="1" lang="ja"/>
              <a:t>It happens very rarely. </a:t>
            </a:r>
            <a:r>
              <a:rPr noProof="1" lang="ja"/>
              <a:t>&gt;"Think about it in OSPO."</a:t>
            </a:r>
            <a:endParaRPr/>
          </a:p>
          <a:p>
            <a:pPr lvl="0" indent="-291465" rtl="0" marL="457200" algn="l">
              <a:lnSpc>
                <a:spcPct val="115000"/>
              </a:lnSpc>
              <a:spcBef>
                <a:spcPts val="0"/>
              </a:spcBef>
              <a:spcAft>
                <a:spcPts val="0"/>
              </a:spcAft>
              <a:buSzPct val="100000"/>
              <a:buChar char="●"/>
            </a:pPr>
            <a:r>
              <a:rPr noProof="1" lang="ja"/>
              <a:t>Is OSPO in charge of SBOM management? </a:t>
            </a:r>
            <a:r>
              <a:rPr noProof="1" lang="ja"/>
              <a:t>I thought the answer might be confusing because the question could imply "Is OSPO responsible for the SBOM?" ...</a:t>
            </a:r>
            <a:endParaRPr/>
          </a:p>
          <a:p>
            <a:pPr lvl="0" indent="-291465" rtl="0" marL="457200" algn="l">
              <a:lnSpc>
                <a:spcPct val="115000"/>
              </a:lnSpc>
              <a:spcBef>
                <a:spcPts val="0"/>
              </a:spcBef>
              <a:spcAft>
                <a:spcPts val="0"/>
              </a:spcAft>
              <a:buSzPct val="100000"/>
              <a:buChar char="●"/>
            </a:pPr>
            <a:r>
              <a:rPr noProof="1" lang="ja"/>
              <a:t>This is exactly the situation that is being discussed in our company, and we don't have the resources to deal with it individually, so we would like to have OSPO as a contact point for SBOM for the whole company.</a:t>
            </a:r>
            <a:endParaRPr/>
          </a:p>
          <a:p>
            <a:pPr lvl="1" indent="-280987" rtl="0" marL="914400" algn="l">
              <a:lnSpc>
                <a:spcPct val="115000"/>
              </a:lnSpc>
              <a:spcBef>
                <a:spcPts val="0"/>
              </a:spcBef>
              <a:spcAft>
                <a:spcPts val="0"/>
              </a:spcAft>
              <a:buSzPct val="100000"/>
              <a:buChar char="○"/>
            </a:pPr>
            <a:r>
              <a:rPr noProof="1" lang="ja"/>
              <a:t>We are considering how to handle the inquiries we receive.</a:t>
            </a:r>
            <a:endParaRPr/>
          </a:p>
          <a:p>
            <a:pPr lvl="0" indent="-291465" rtl="0" marL="457200" algn="l">
              <a:lnSpc>
                <a:spcPct val="115000"/>
              </a:lnSpc>
              <a:spcBef>
                <a:spcPts val="0"/>
              </a:spcBef>
              <a:spcAft>
                <a:spcPts val="0"/>
              </a:spcAft>
              <a:buSzPct val="100000"/>
              <a:buChar char="●"/>
            </a:pPr>
            <a:r>
              <a:rPr noProof="1" lang="ja"/>
              <a:t>I think (development) people expect someone else to do it. </a:t>
            </a:r>
            <a:r>
              <a:rPr noProof="1" lang="ja"/>
              <a:t>We need to sort out roles and responsibilities.</a:t>
            </a:r>
            <a:endParaRPr/>
          </a:p>
          <a:p>
            <a:pPr lvl="0" indent="-291465" rtl="0" marL="457200" algn="l">
              <a:lnSpc>
                <a:spcPct val="115000"/>
              </a:lnSpc>
              <a:spcBef>
                <a:spcPts val="0"/>
              </a:spcBef>
              <a:spcAft>
                <a:spcPts val="0"/>
              </a:spcAft>
              <a:buSzPct val="100000"/>
              <a:buChar char="●"/>
            </a:pPr>
            <a:r>
              <a:rPr noProof="1" lang="ja"/>
              <a:t>"Creating" and "submitting" SBOMs is a developer's responsibility, and I agree with the developer side, but if there is a guide for automating it in CI/CD, I would be happy if it is implemented. </a:t>
            </a:r>
            <a:r>
              <a:rPr noProof="1" lang="ja"/>
              <a:t>(Like GitHub)</a:t>
            </a:r>
            <a:endParaRPr/>
          </a:p>
          <a:p>
            <a:pPr lvl="0" indent="-291465" rtl="0" marL="457200" algn="l">
              <a:lnSpc>
                <a:spcPct val="115000"/>
              </a:lnSpc>
              <a:spcBef>
                <a:spcPts val="0"/>
              </a:spcBef>
              <a:spcAft>
                <a:spcPts val="0"/>
              </a:spcAft>
              <a:buSzPct val="100000"/>
              <a:buChar char="●"/>
            </a:pPr>
            <a:r>
              <a:rPr noProof="1" lang="ja"/>
              <a:t>I think the OSPO in my previous job was not responsible for managing SBOMs.</a:t>
            </a:r>
            <a:br>
              <a:rPr lang="ja"/>
            </a:br>
            <a:r>
              <a:rPr noProof="1" lang="ja"/>
              <a:t>However, their role was to manage "best practices" and "platforms" related to OSPO and including SBOMs.</a:t>
            </a:r>
            <a:endParaRPr/>
          </a:p>
          <a:p>
            <a:pPr lvl="1" indent="-280987" rtl="0" marL="914400" algn="l">
              <a:lnSpc>
                <a:spcPct val="115000"/>
              </a:lnSpc>
              <a:spcBef>
                <a:spcPts val="0"/>
              </a:spcBef>
              <a:spcAft>
                <a:spcPts val="0"/>
              </a:spcAft>
              <a:buSzPct val="100000"/>
              <a:buChar char="○"/>
            </a:pPr>
            <a:r>
              <a:rPr noProof="1" lang="ja"/>
              <a:t>(Not managing SBOMs themselves)</a:t>
            </a:r>
            <a:endParaRPr/>
          </a:p>
          <a:p>
            <a:pPr lvl="0" indent="-291465" rtl="0" marL="457200" algn="l">
              <a:lnSpc>
                <a:spcPct val="115000"/>
              </a:lnSpc>
              <a:spcBef>
                <a:spcPts val="0"/>
              </a:spcBef>
              <a:spcAft>
                <a:spcPts val="0"/>
              </a:spcAft>
              <a:buSzPct val="100000"/>
              <a:buChar char="●"/>
            </a:pPr>
            <a:r>
              <a:rPr noProof="1" lang="ja"/>
              <a:t>If there is a department like PSIRT (Security department? or Procurement?), I think that department should be in charge of SBOMs rather than OSPO.</a:t>
            </a:r>
            <a:endParaRPr/>
          </a:p>
          <a:p>
            <a:pPr lvl="0" indent="-291465" rtl="0" marL="457200" algn="l">
              <a:lnSpc>
                <a:spcPct val="115000"/>
              </a:lnSpc>
              <a:spcBef>
                <a:spcPts val="0"/>
              </a:spcBef>
              <a:spcAft>
                <a:spcPts val="0"/>
              </a:spcAft>
              <a:buSzPct val="100000"/>
              <a:buChar char="●"/>
            </a:pPr>
            <a:r>
              <a:rPr noProof="1" lang="ja"/>
              <a:t>When automating, the requirements for SBOMs used in an organization should be normalized. In this sense, I think that the SBOM guide of TelcoWG is useful for my industry. </a:t>
            </a:r>
            <a:r>
              <a:rPr noProof="1" lang="ja"/>
              <a:t>I think OSPO should take the lead (but there is no consensus within our company OSPO team).</a:t>
            </a:r>
            <a:endParaRPr/>
          </a:p>
          <a:p>
            <a:pPr lvl="0" indent="-291465" rtl="0" marL="457200" algn="l">
              <a:lnSpc>
                <a:spcPct val="115000"/>
              </a:lnSpc>
              <a:spcBef>
                <a:spcPts val="0"/>
              </a:spcBef>
              <a:spcAft>
                <a:spcPts val="0"/>
              </a:spcAft>
              <a:buSzPct val="100000"/>
              <a:buChar char="●"/>
            </a:pPr>
            <a:r>
              <a:rPr noProof="1" lang="ja"/>
              <a:t>Replying to "If there is a division like PSIRT (Security department? or Procurement?), it would be better for SBO than OSPO ...":</a:t>
            </a:r>
            <a:br>
              <a:rPr lang="ja"/>
            </a:br>
            <a:r>
              <a:rPr lang="ja"/>
              <a:t>	</a:t>
            </a:r>
            <a:r>
              <a:rPr noProof="1" lang="ja"/>
              <a:t>Why? </a:t>
            </a:r>
            <a:r>
              <a:rPr noProof="1" lang="ja"/>
              <a:t>Can you elaborate on that?</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name="Shape 68" id="68"/>
        <p:cNvGrpSpPr/>
        <p:nvPr/>
      </p:nvGrpSpPr>
      <p:grpSpPr>
        <a:xfrm>
          <a:off x="0" y="0"/>
          <a:ext cx="0" cy="0"/>
          <a:chOff x="0" y="0"/>
          <a:chExt cx="0" cy="0"/>
        </a:xfrm>
      </p:grpSpPr>
      <p:sp>
        <p:nvSpPr>
          <p:cNvPr name="Google Shape;69;p11" id="69"/>
          <p:cNvSpPr txBox="1"/>
          <p:nvPr>
            <p:ph type="title"/>
          </p:nvPr>
        </p:nvSpPr>
        <p:spPr>
          <a:xfrm>
            <a:off x="432000" y="34524"/>
            <a:ext cx="8280000" cy="594300"/>
          </a:xfrm>
          <a:prstGeom prst="rect">
            <a:avLst/>
          </a:prstGeom>
        </p:spPr>
        <p:txBody>
          <a:bodyPr lIns="0" bIns="0" anchor="b" rIns="0" anchorCtr="0" wrap="square" spcFirstLastPara="1" tIns="0">
            <a:noAutofit/>
          </a:bodyPr>
          <a:lstStyle/>
          <a:p>
            <a:pPr lvl="0" indent="0" rtl="0" marL="0" algn="l">
              <a:spcBef>
                <a:spcPts val="0"/>
              </a:spcBef>
              <a:spcAft>
                <a:spcPts val="0"/>
              </a:spcAft>
              <a:buNone/>
            </a:pPr>
            <a:r>
              <a:rPr noProof="1" lang="ja"/>
              <a:t>7/11</a:t>
            </a:r>
            <a:endParaRPr/>
          </a:p>
        </p:txBody>
      </p:sp>
      <p:sp>
        <p:nvSpPr>
          <p:cNvPr name="Google Shape;70;p11" id="70"/>
          <p:cNvSpPr txBox="1"/>
          <p:nvPr>
            <p:ph idx="1" type="body"/>
          </p:nvPr>
        </p:nvSpPr>
        <p:spPr>
          <a:xfrm>
            <a:off x="432000" y="792368"/>
            <a:ext cx="8280000" cy="3835800"/>
          </a:xfrm>
          <a:prstGeom prst="rect">
            <a:avLst/>
          </a:prstGeom>
        </p:spPr>
        <p:txBody>
          <a:bodyPr lIns="49625" bIns="24875" anchor="t" rIns="49625" anchorCtr="0" wrap="square" spcFirstLastPara="1" tIns="24875">
            <a:normAutofit lnSpcReduction="20000" fontScale="70000"/>
          </a:bodyPr>
          <a:lstStyle/>
          <a:p>
            <a:pPr lvl="0" indent="-308610" rtl="0" marL="457200" algn="l">
              <a:lnSpc>
                <a:spcPct val="115000"/>
              </a:lnSpc>
              <a:spcBef>
                <a:spcPts val="0"/>
              </a:spcBef>
              <a:spcAft>
                <a:spcPts val="0"/>
              </a:spcAft>
              <a:buSzPct val="100000"/>
              <a:buChar char="•"/>
            </a:pPr>
            <a:r>
              <a:rPr noProof="1" lang="ja"/>
              <a:t>As OSPO matures, it will become an organization that leads the discussion by demonstrating its insight on OSS-related responses.</a:t>
            </a:r>
            <a:endParaRPr/>
          </a:p>
          <a:p>
            <a:pPr lvl="0" indent="0" rtl="0" marL="0" algn="l">
              <a:lnSpc>
                <a:spcPct val="115000"/>
              </a:lnSpc>
              <a:spcBef>
                <a:spcPts val="0"/>
              </a:spcBef>
              <a:spcAft>
                <a:spcPts val="0"/>
              </a:spcAft>
              <a:buNone/>
            </a:pPr>
            <a:r>
              <a:t> </a:t>
            </a:r>
            <a:endParaRPr/>
          </a:p>
          <a:p>
            <a:pPr lvl="0" indent="0" rtl="0" marL="0" algn="l">
              <a:lnSpc>
                <a:spcPct val="115000"/>
              </a:lnSpc>
              <a:spcBef>
                <a:spcPts val="0"/>
              </a:spcBef>
              <a:spcAft>
                <a:spcPts val="0"/>
              </a:spcAft>
              <a:buNone/>
            </a:pPr>
            <a:r>
              <a:rPr noProof="1" lang="ja"/>
              <a:t>Chat notes:</a:t>
            </a:r>
            <a:endParaRPr/>
          </a:p>
          <a:p>
            <a:pPr lvl="0" indent="-308610" rtl="0" marL="457200" algn="l">
              <a:lnSpc>
                <a:spcPct val="115000"/>
              </a:lnSpc>
              <a:spcBef>
                <a:spcPts val="0"/>
              </a:spcBef>
              <a:spcAft>
                <a:spcPts val="0"/>
              </a:spcAft>
              <a:buSzPct val="100000"/>
              <a:buChar char="•"/>
            </a:pPr>
            <a:r>
              <a:rPr noProof="1" lang="ja"/>
              <a:t>The procurement department only checks the formal appearance, but if another department (such as the security department) uses it to manage vulnerabilities, it should be included in this flow.</a:t>
            </a:r>
            <a:endParaRPr/>
          </a:p>
          <a:p>
            <a:pPr lvl="0" indent="-308610" rtl="0" marL="457200" algn="l">
              <a:lnSpc>
                <a:spcPct val="115000"/>
              </a:lnSpc>
              <a:spcBef>
                <a:spcPts val="0"/>
              </a:spcBef>
              <a:spcAft>
                <a:spcPts val="0"/>
              </a:spcAft>
              <a:buSzPct val="100000"/>
              <a:buChar char="•"/>
            </a:pPr>
            <a:r>
              <a:rPr noProof="1" lang="ja"/>
              <a:t>Check to see if there are any blanks.</a:t>
            </a:r>
            <a:endParaRPr/>
          </a:p>
          <a:p>
            <a:pPr lvl="0" indent="-308610" rtl="0" marL="457200" algn="l">
              <a:lnSpc>
                <a:spcPct val="115000"/>
              </a:lnSpc>
              <a:spcBef>
                <a:spcPts val="0"/>
              </a:spcBef>
              <a:spcAft>
                <a:spcPts val="0"/>
              </a:spcAft>
              <a:buSzPct val="100000"/>
              <a:buChar char="•"/>
            </a:pPr>
            <a:r>
              <a:rPr noProof="1" lang="ja"/>
              <a:t>The function of OSPO varies a lot even in the same industry. </a:t>
            </a:r>
            <a:r>
              <a:rPr noProof="1" lang="ja"/>
              <a:t>Examples of four companies in the automotive industry can be found in AGL Publications here.</a:t>
            </a:r>
            <a:endParaRPr/>
          </a:p>
          <a:p>
            <a:pPr lvl="1" indent="-295275" rtl="0" marL="914400" algn="l">
              <a:lnSpc>
                <a:spcPct val="115000"/>
              </a:lnSpc>
              <a:spcBef>
                <a:spcPts val="0"/>
              </a:spcBef>
              <a:spcAft>
                <a:spcPts val="0"/>
              </a:spcAft>
              <a:buSzPct val="100000"/>
              <a:buChar char="•"/>
            </a:pPr>
            <a:r>
              <a:rPr u="sng" noProof="1" lang="ja">
                <a:solidFill>
                  <a:schemeClr val="hlink"/>
                </a:solidFill>
                <a:hlinkClick r:id="rId3"/>
              </a:rPr>
              <a:t>https://lf-automotivelinux.atlassian.net/wiki/spaces/OSPO/pages/397082627/Publications#OSS-%26-OSPO-Promotion-Slides-for-Automotive-Companies</a:t>
            </a:r>
            <a:endParaRPr/>
          </a:p>
          <a:p>
            <a:pPr lvl="1" indent="-295275" rtl="0" marL="914400" algn="l">
              <a:lnSpc>
                <a:spcPct val="115000"/>
              </a:lnSpc>
              <a:spcBef>
                <a:spcPts val="0"/>
              </a:spcBef>
              <a:spcAft>
                <a:spcPts val="0"/>
              </a:spcAft>
              <a:buSzPct val="100000"/>
              <a:buChar char="•"/>
            </a:pPr>
            <a:r>
              <a:rPr noProof="1" lang="ja"/>
              <a:t>It's called "Showcase."</a:t>
            </a:r>
            <a:endParaRPr/>
          </a:p>
          <a:p>
            <a:pPr lvl="0" indent="-308610" rtl="0" marL="457200" algn="l">
              <a:lnSpc>
                <a:spcPct val="115000"/>
              </a:lnSpc>
              <a:spcBef>
                <a:spcPts val="0"/>
              </a:spcBef>
              <a:spcAft>
                <a:spcPts val="0"/>
              </a:spcAft>
              <a:buSzPct val="100000"/>
              <a:buChar char="•"/>
            </a:pPr>
            <a:r>
              <a:rPr noProof="1" lang="ja"/>
              <a:t>In the table above, you can see that SBOM management corresponds to Compliance, but it varies between "Leading" and "Support."</a:t>
            </a:r>
            <a:endParaRPr/>
          </a:p>
          <a:p>
            <a:pPr lvl="0" indent="-308610" rtl="0" marL="457200" algn="l">
              <a:lnSpc>
                <a:spcPct val="115000"/>
              </a:lnSpc>
              <a:spcBef>
                <a:spcPts val="0"/>
              </a:spcBef>
              <a:spcAft>
                <a:spcPts val="0"/>
              </a:spcAft>
              <a:buSzPct val="100000"/>
              <a:buChar char="•"/>
            </a:pPr>
            <a:r>
              <a:rPr noProof="1" lang="ja"/>
              <a:t>Procurement, ordering and development are actually the same person...</a:t>
            </a:r>
            <a:endParaRPr/>
          </a:p>
          <a:p>
            <a:pPr lvl="0" indent="-308610" rtl="0" marL="457200" algn="l">
              <a:lnSpc>
                <a:spcPct val="115000"/>
              </a:lnSpc>
              <a:spcBef>
                <a:spcPts val="0"/>
              </a:spcBef>
              <a:spcAft>
                <a:spcPts val="0"/>
              </a:spcAft>
              <a:buSzPct val="100000"/>
              <a:buChar char="•"/>
            </a:pPr>
            <a:r>
              <a:rPr noProof="1" lang="ja"/>
              <a:t>"The SBOM is different from the BOM we know." Problem?</a:t>
            </a:r>
            <a:endParaRPr/>
          </a:p>
          <a:p>
            <a:pPr lvl="0" indent="-308610" rtl="0" marL="457200" algn="l">
              <a:lnSpc>
                <a:spcPct val="115000"/>
              </a:lnSpc>
              <a:spcBef>
                <a:spcPts val="0"/>
              </a:spcBef>
              <a:spcAft>
                <a:spcPts val="0"/>
              </a:spcAft>
              <a:buSzPct val="100000"/>
              <a:buChar char="•"/>
            </a:pPr>
            <a:r>
              <a:rPr noProof="1" lang="ja"/>
              <a:t>Isn't there a nuance that OSPO is involved because they know from experience that "If you don't get involved early and control it to some extent, it will go in a weird direction and you'll have a hard time later." ...?</a:t>
            </a:r>
            <a:endParaRPr/>
          </a:p>
          <a:p>
            <a:pPr lvl="0" indent="-308610" rtl="0" marL="457200" algn="l">
              <a:lnSpc>
                <a:spcPct val="115000"/>
              </a:lnSpc>
              <a:spcBef>
                <a:spcPts val="0"/>
              </a:spcBef>
              <a:spcAft>
                <a:spcPts val="0"/>
              </a:spcAft>
              <a:buSzPct val="100000"/>
              <a:buChar char="•"/>
            </a:pPr>
            <a:r>
              <a:rPr noProof="1" lang="ja"/>
              <a:t>Isn't it correct to say that it is not important to reach out to other departments, but if it is necessary for the items (SBOM) that increase the value of OSS to be operated correctly, they are leading?</a:t>
            </a:r>
            <a:endParaRPr/>
          </a:p>
          <a:p>
            <a:pPr lvl="0" indent="-308610" rtl="0" marL="457200" algn="l">
              <a:lnSpc>
                <a:spcPct val="115000"/>
              </a:lnSpc>
              <a:spcBef>
                <a:spcPts val="0"/>
              </a:spcBef>
              <a:spcAft>
                <a:spcPts val="0"/>
              </a:spcAft>
              <a:buSzPct val="100000"/>
              <a:buChar char="•"/>
            </a:pPr>
            <a:r>
              <a:rPr noProof="1" lang="ja"/>
              <a:t>Sorry, I am not participating in the current discussion. </a:t>
            </a:r>
            <a:r>
              <a:rPr noProof="1" lang="ja"/>
              <a:t>From my point of view, I think there is such an ideal different world.</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name="Shape 74" id="74"/>
        <p:cNvGrpSpPr/>
        <p:nvPr/>
      </p:nvGrpSpPr>
      <p:grpSpPr>
        <a:xfrm>
          <a:off x="0" y="0"/>
          <a:ext cx="0" cy="0"/>
          <a:chOff x="0" y="0"/>
          <a:chExt cx="0" cy="0"/>
        </a:xfrm>
      </p:grpSpPr>
      <p:sp>
        <p:nvSpPr>
          <p:cNvPr name="Google Shape;75;p12" id="75"/>
          <p:cNvSpPr txBox="1"/>
          <p:nvPr>
            <p:ph type="title"/>
          </p:nvPr>
        </p:nvSpPr>
        <p:spPr>
          <a:xfrm>
            <a:off x="432000" y="34524"/>
            <a:ext cx="8280000" cy="594300"/>
          </a:xfrm>
          <a:prstGeom prst="rect">
            <a:avLst/>
          </a:prstGeom>
        </p:spPr>
        <p:txBody>
          <a:bodyPr lIns="0" bIns="0" anchor="b" rIns="0" anchorCtr="0" wrap="square" spcFirstLastPara="1" tIns="0">
            <a:noAutofit/>
          </a:bodyPr>
          <a:lstStyle/>
          <a:p>
            <a:pPr lvl="0" indent="0" rtl="0" marL="0" algn="l">
              <a:spcBef>
                <a:spcPts val="0"/>
              </a:spcBef>
              <a:spcAft>
                <a:spcPts val="0"/>
              </a:spcAft>
              <a:buNone/>
            </a:pPr>
            <a:r>
              <a:rPr noProof="1" lang="ja"/>
              <a:t>8/22</a:t>
            </a:r>
            <a:endParaRPr/>
          </a:p>
        </p:txBody>
      </p:sp>
      <p:sp>
        <p:nvSpPr>
          <p:cNvPr name="Google Shape;76;p12" id="76"/>
          <p:cNvSpPr txBox="1"/>
          <p:nvPr>
            <p:ph idx="1" type="body"/>
          </p:nvPr>
        </p:nvSpPr>
        <p:spPr>
          <a:xfrm>
            <a:off x="432000" y="792368"/>
            <a:ext cx="8280000" cy="3835800"/>
          </a:xfrm>
          <a:prstGeom prst="rect">
            <a:avLst/>
          </a:prstGeom>
        </p:spPr>
        <p:txBody>
          <a:bodyPr lIns="49625" bIns="24875" anchor="t" rIns="49625" anchorCtr="0" wrap="square" spcFirstLastPara="1" tIns="24875">
            <a:normAutofit lnSpcReduction="10000"/>
          </a:bodyPr>
          <a:lstStyle/>
          <a:p>
            <a:pPr lvl="0" indent="-342900" rtl="0" marL="457200" algn="l">
              <a:spcBef>
                <a:spcPts val="0"/>
              </a:spcBef>
              <a:spcAft>
                <a:spcPts val="0"/>
              </a:spcAft>
              <a:buSzPts val="1800"/>
              <a:buChar char="•"/>
            </a:pPr>
            <a:r>
              <a:rPr noProof="1" lang="ja"/>
              <a:t>The role of OSPO is to ensure that the organization adapts and adapts to changes caused by OSS. Therefore, there is also a view that the need for OSPO to be involved in security will disappear once the corresponding departments are formed and functioning.</a:t>
            </a:r>
            <a:endParaRPr/>
          </a:p>
          <a:p>
            <a:pPr lvl="0" indent="-342900" rtl="0" marL="457200" algn="l">
              <a:spcBef>
                <a:spcPts val="0"/>
              </a:spcBef>
              <a:spcAft>
                <a:spcPts val="0"/>
              </a:spcAft>
              <a:buSzPts val="1800"/>
              <a:buChar char="•"/>
            </a:pPr>
            <a:r>
              <a:rPr noProof="1" lang="ja"/>
              <a:t>Will OSPO expand its activities beyond OSS?</a:t>
            </a:r>
            <a:r>
              <a:rPr lang="ja"/>
              <a:t>　</a:t>
            </a:r>
            <a:r>
              <a:rPr noProof="1" lang="ja"/>
              <a:t>➡ YES</a:t>
            </a:r>
            <a:endParaRPr/>
          </a:p>
          <a:p>
            <a:pPr lvl="1" indent="-323850" rtl="0" marL="914400" algn="l">
              <a:spcBef>
                <a:spcPts val="0"/>
              </a:spcBef>
              <a:spcAft>
                <a:spcPts val="0"/>
              </a:spcAft>
              <a:buSzPts val="1500"/>
              <a:buChar char="•"/>
            </a:pPr>
            <a:r>
              <a:rPr noProof="1" lang="ja"/>
              <a:t>Program Office = Open Collaboration Program Office for open activities in the sense that changes from the outside and activities from the outside are well related</a:t>
            </a:r>
            <a:endParaRPr/>
          </a:p>
          <a:p>
            <a:pPr lvl="0" indent="-342900" rtl="0" marL="457200" algn="l">
              <a:spcBef>
                <a:spcPts val="0"/>
              </a:spcBef>
              <a:spcAft>
                <a:spcPts val="0"/>
              </a:spcAft>
              <a:buSzPts val="1800"/>
              <a:buChar char="•"/>
            </a:pPr>
            <a:r>
              <a:rPr noProof="1" lang="ja"/>
              <a:t>It is each division (each department) that acts proactively, and OSPO supports them.</a:t>
            </a:r>
            <a:endParaRPr/>
          </a:p>
          <a:p>
            <a:pPr lvl="1" indent="-323850" rtl="0" marL="914400" algn="l">
              <a:spcBef>
                <a:spcPts val="0"/>
              </a:spcBef>
              <a:spcAft>
                <a:spcPts val="0"/>
              </a:spcAft>
              <a:buSzPts val="1500"/>
              <a:buChar char="•"/>
            </a:pPr>
            <a:r>
              <a:rPr noProof="1" lang="ja"/>
              <a:t>OSPO is responsible for company-wide collaboration and proactive initiatives.</a:t>
            </a:r>
            <a:endParaRPr/>
          </a:p>
          <a:p>
            <a:pPr lvl="1" indent="-323850" rtl="0" marL="914400" algn="l">
              <a:spcBef>
                <a:spcPts val="0"/>
              </a:spcBef>
              <a:spcAft>
                <a:spcPts val="0"/>
              </a:spcAft>
              <a:buSzPts val="1500"/>
              <a:buChar char="•"/>
            </a:pPr>
            <a:r>
              <a:rPr noProof="1" lang="ja"/>
              <a:t>Developing and defending core engineers? </a:t>
            </a:r>
            <a:r>
              <a:rPr noProof="1" lang="ja"/>
              <a:t>That is the role of OSPO.</a:t>
            </a:r>
            <a:endParaRPr/>
          </a:p>
          <a:p>
            <a:pPr lvl="0" indent="-342900" rtl="0" marL="457200" algn="l">
              <a:spcBef>
                <a:spcPts val="0"/>
              </a:spcBef>
              <a:spcAft>
                <a:spcPts val="0"/>
              </a:spcAft>
              <a:buSzPts val="1800"/>
              <a:buChar char="•"/>
            </a:pPr>
            <a:r>
              <a:rPr noProof="1" lang="ja"/>
              <a:t>OSPO's activity costs are linked to its performance.</a:t>
            </a:r>
            <a:endParaRPr/>
          </a:p>
          <a:p>
            <a:pPr lvl="1" indent="-323850" rtl="0" marL="914400" algn="l">
              <a:spcBef>
                <a:spcPts val="0"/>
              </a:spcBef>
              <a:spcAft>
                <a:spcPts val="0"/>
              </a:spcAft>
              <a:buSzPts val="1500"/>
              <a:buChar char="•"/>
            </a:pPr>
            <a:r>
              <a:rPr noProof="1" lang="ja"/>
              <a:t>Being connected to the open world is the foundation of OSPO activities, so we need to maintain certain activities.</a:t>
            </a:r>
            <a:endParaRPr/>
          </a:p>
          <a:p>
            <a:pPr lvl="1" indent="-323850" rtl="0" marL="914400" algn="l">
              <a:spcBef>
                <a:spcPts val="0"/>
              </a:spcBef>
              <a:spcAft>
                <a:spcPts val="0"/>
              </a:spcAft>
              <a:buSzPts val="1500"/>
              <a:buChar char="•"/>
            </a:pPr>
            <a:r>
              <a:rPr noProof="1" lang="ja"/>
              <a:t>We should think of it as an investment, and it is not good to limit it according to performance. </a:t>
            </a:r>
            <a:r>
              <a:rPr noProof="1" lang="ja"/>
              <a:t>If we do not continue, there will be no growth.</a:t>
            </a:r>
            <a:endParaRPr/>
          </a:p>
          <a:p>
            <a:pPr lvl="1" indent="-323850" rtl="0" marL="914400" algn="l">
              <a:spcBef>
                <a:spcPts val="0"/>
              </a:spcBef>
              <a:spcAft>
                <a:spcPts val="0"/>
              </a:spcAft>
              <a:buSzPts val="1500"/>
              <a:buChar char="•"/>
            </a:pPr>
            <a:r>
              <a:rPr noProof="1" lang="ja"/>
              <a:t>If we can gain understanding that OSS activities are closely related to our business and show results, we will be stable.</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name="Shape 80" id="80"/>
        <p:cNvGrpSpPr/>
        <p:nvPr/>
      </p:nvGrpSpPr>
      <p:grpSpPr>
        <a:xfrm>
          <a:off x="0" y="0"/>
          <a:ext cx="0" cy="0"/>
          <a:chOff x="0" y="0"/>
          <a:chExt cx="0" cy="0"/>
        </a:xfrm>
      </p:grpSpPr>
      <p:sp>
        <p:nvSpPr>
          <p:cNvPr name="Google Shape;81;p13" id="81"/>
          <p:cNvSpPr txBox="1"/>
          <p:nvPr>
            <p:ph type="title"/>
          </p:nvPr>
        </p:nvSpPr>
        <p:spPr>
          <a:xfrm>
            <a:off x="432000" y="34524"/>
            <a:ext cx="8280000" cy="594300"/>
          </a:xfrm>
          <a:prstGeom prst="rect">
            <a:avLst/>
          </a:prstGeom>
        </p:spPr>
        <p:txBody>
          <a:bodyPr lIns="0" bIns="0" anchor="b" rIns="0" anchorCtr="0" wrap="square" spcFirstLastPara="1" tIns="0">
            <a:noAutofit/>
          </a:bodyPr>
          <a:lstStyle/>
          <a:p>
            <a:pPr lvl="0" indent="0" rtl="0" marL="0" algn="l">
              <a:spcBef>
                <a:spcPts val="0"/>
              </a:spcBef>
              <a:spcAft>
                <a:spcPts val="0"/>
              </a:spcAft>
              <a:buNone/>
            </a:pPr>
            <a:r>
              <a:rPr noProof="1" lang="ja"/>
              <a:t>8/22</a:t>
            </a:r>
            <a:endParaRPr/>
          </a:p>
        </p:txBody>
      </p:sp>
      <p:sp>
        <p:nvSpPr>
          <p:cNvPr name="Google Shape;82;p13" id="82"/>
          <p:cNvSpPr txBox="1"/>
          <p:nvPr>
            <p:ph idx="1" type="body"/>
          </p:nvPr>
        </p:nvSpPr>
        <p:spPr>
          <a:xfrm>
            <a:off x="432000" y="792368"/>
            <a:ext cx="8280000" cy="3835800"/>
          </a:xfrm>
          <a:prstGeom prst="rect">
            <a:avLst/>
          </a:prstGeom>
        </p:spPr>
        <p:txBody>
          <a:bodyPr lIns="49625" bIns="24875" anchor="t" rIns="49625" anchorCtr="0" wrap="square" spcFirstLastPara="1" tIns="24875">
            <a:noAutofit/>
          </a:bodyPr>
          <a:lstStyle/>
          <a:p>
            <a:pPr lvl="0" indent="-342900" rtl="0" marL="457200" algn="l">
              <a:spcBef>
                <a:spcPts val="0"/>
              </a:spcBef>
              <a:spcAft>
                <a:spcPts val="0"/>
              </a:spcAft>
              <a:buSzPts val="1800"/>
              <a:buChar char="•"/>
            </a:pPr>
            <a:r>
              <a:rPr noProof="1" lang="ja"/>
              <a:t>Among the various items handled by OSPO, are there any items that are important to the business or the company itself in terms of business or governance that should be transferred to a separate organization? </a:t>
            </a:r>
            <a:r>
              <a:rPr noProof="1" lang="ja"/>
              <a:t>If so, it might be a good idea to consider what items could be transferred.</a:t>
            </a:r>
            <a:endParaRPr/>
          </a:p>
          <a:p>
            <a:pPr lvl="1" indent="-323850" rtl="0" marL="914400" algn="l">
              <a:spcBef>
                <a:spcPts val="0"/>
              </a:spcBef>
              <a:spcAft>
                <a:spcPts val="0"/>
              </a:spcAft>
              <a:buSzPts val="1500"/>
              <a:buChar char="•"/>
            </a:pPr>
            <a:r>
              <a:rPr noProof="1" lang="ja"/>
              <a:t>I think it would be good to transfer items that are directly useful to the business to that division.</a:t>
            </a:r>
            <a:endParaRPr/>
          </a:p>
          <a:p>
            <a:pPr lvl="1" indent="-323850" rtl="0" marL="914400" algn="l">
              <a:spcBef>
                <a:spcPts val="0"/>
              </a:spcBef>
              <a:spcAft>
                <a:spcPts val="0"/>
              </a:spcAft>
              <a:buSzPts val="1500"/>
              <a:buChar char="•"/>
            </a:pPr>
            <a:r>
              <a:rPr noProof="1" lang="ja"/>
              <a:t>The things that can only be done by OSPO are things that the division has not yet considered and that are necessary in the future.</a:t>
            </a:r>
            <a:endParaRPr/>
          </a:p>
          <a:p>
            <a:pPr lvl="2" indent="-304800" rtl="0" marL="1371600" algn="l">
              <a:spcBef>
                <a:spcPts val="0"/>
              </a:spcBef>
              <a:spcAft>
                <a:spcPts val="0"/>
              </a:spcAft>
              <a:buSzPts val="1200"/>
              <a:buChar char="•"/>
            </a:pPr>
            <a:r>
              <a:rPr noProof="1" lang="ja"/>
              <a:t>Securing a certain number of engineers and human resources who can handle OSS and maintaining that culture.</a:t>
            </a:r>
            <a:endParaRPr/>
          </a:p>
          <a:p>
            <a:pPr lvl="1" indent="-323850" rtl="0" marL="914400" algn="l">
              <a:spcBef>
                <a:spcPts val="0"/>
              </a:spcBef>
              <a:spcAft>
                <a:spcPts val="0"/>
              </a:spcAft>
              <a:buSzPts val="1500"/>
              <a:buChar char="•"/>
            </a:pPr>
            <a:r>
              <a:rPr noProof="1" lang="ja"/>
              <a:t>I think it would be good if OSPO's OSS strategy consideration and promotion function is integrated into the company-wide management strategy.</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name="Shape 86" id="86"/>
        <p:cNvGrpSpPr/>
        <p:nvPr/>
      </p:nvGrpSpPr>
      <p:grpSpPr>
        <a:xfrm>
          <a:off x="0" y="0"/>
          <a:ext cx="0" cy="0"/>
          <a:chOff x="0" y="0"/>
          <a:chExt cx="0" cy="0"/>
        </a:xfrm>
      </p:grpSpPr>
      <p:sp>
        <p:nvSpPr>
          <p:cNvPr name="Google Shape;87;p14" id="87"/>
          <p:cNvSpPr txBox="1"/>
          <p:nvPr>
            <p:ph type="title"/>
          </p:nvPr>
        </p:nvSpPr>
        <p:spPr>
          <a:xfrm>
            <a:off x="432000" y="34524"/>
            <a:ext cx="8280000" cy="594300"/>
          </a:xfrm>
          <a:prstGeom prst="rect">
            <a:avLst/>
          </a:prstGeom>
        </p:spPr>
        <p:txBody>
          <a:bodyPr lIns="0" bIns="0" anchor="b" rIns="0" anchorCtr="0" wrap="square" spcFirstLastPara="1" tIns="0">
            <a:noAutofit/>
          </a:bodyPr>
          <a:lstStyle/>
          <a:p>
            <a:pPr lvl="0" indent="0" rtl="0" marL="0" algn="l">
              <a:spcBef>
                <a:spcPts val="0"/>
              </a:spcBef>
              <a:spcAft>
                <a:spcPts val="0"/>
              </a:spcAft>
              <a:buNone/>
            </a:pPr>
            <a:r>
              <a:rPr noProof="1" lang="ja"/>
              <a:t>9/19</a:t>
            </a:r>
            <a:endParaRPr/>
          </a:p>
        </p:txBody>
      </p:sp>
      <p:sp>
        <p:nvSpPr>
          <p:cNvPr name="Google Shape;88;p14" id="88"/>
          <p:cNvSpPr txBox="1"/>
          <p:nvPr>
            <p:ph idx="1" type="body"/>
          </p:nvPr>
        </p:nvSpPr>
        <p:spPr>
          <a:xfrm>
            <a:off x="432000" y="792368"/>
            <a:ext cx="8280000" cy="3835800"/>
          </a:xfrm>
          <a:prstGeom prst="rect">
            <a:avLst/>
          </a:prstGeom>
        </p:spPr>
        <p:txBody>
          <a:bodyPr lIns="49625" bIns="24875" anchor="t" rIns="49625" anchorCtr="0" wrap="square" spcFirstLastPara="1" tIns="24875">
            <a:normAutofit/>
          </a:bodyPr>
          <a:lstStyle/>
          <a:p>
            <a:pPr lvl="0" indent="-342900" rtl="0" marL="457200" algn="l">
              <a:spcBef>
                <a:spcPts val="0"/>
              </a:spcBef>
              <a:spcAft>
                <a:spcPts val="0"/>
              </a:spcAft>
              <a:buSzPts val="1800"/>
              <a:buChar char="•"/>
            </a:pPr>
            <a:r>
              <a:rPr noProof="1" lang="ja"/>
              <a:t>The understanding of OSS is often "</a:t>
            </a:r>
            <a:r>
              <a:rPr u="sng" noProof="1" lang="ja">
                <a:solidFill>
                  <a:schemeClr val="hlink"/>
                </a:solidFill>
                <a:hlinkClick r:id="rId4"/>
              </a:rPr>
              <a:t>blind men and an elephant</a:t>
            </a:r>
            <a:r>
              <a:rPr noProof="1" lang="ja"/>
              <a:t>."</a:t>
            </a:r>
            <a:r>
              <a:rPr u="sng" noProof="1" baseline="30000" lang="ja">
                <a:solidFill>
                  <a:schemeClr val="hlink"/>
                </a:solidFill>
                <a:hlinkClick r:id="rId3"/>
              </a:rPr>
              <a:t>[LINK1]</a:t>
            </a:r>
            <a:endParaRPr/>
          </a:p>
          <a:p>
            <a:pPr lvl="1" indent="-323850" rtl="0" marL="914400" algn="l">
              <a:spcBef>
                <a:spcPts val="0"/>
              </a:spcBef>
              <a:spcAft>
                <a:spcPts val="0"/>
              </a:spcAft>
              <a:buSzPts val="1500"/>
              <a:buChar char="•"/>
            </a:pPr>
            <a:r>
              <a:rPr noProof="1" lang="ja"/>
              <a:t>(Comment) "Blind men and an elephant" has different lessons from country to country, so we need to be careful when using it in global explanations.</a:t>
            </a:r>
            <a:endParaRPr/>
          </a:p>
          <a:p>
            <a:pPr lvl="0" indent="0" rtl="0" marL="0" algn="l">
              <a:spcBef>
                <a:spcPts val="0"/>
              </a:spcBef>
              <a:spcAft>
                <a:spcPts val="0"/>
              </a:spcAft>
              <a:buNone/>
            </a:pPr>
            <a:r>
              <a:t> </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name="Shape 92" id="92"/>
        <p:cNvGrpSpPr/>
        <p:nvPr/>
      </p:nvGrpSpPr>
      <p:grpSpPr>
        <a:xfrm>
          <a:off x="0" y="0"/>
          <a:ext cx="0" cy="0"/>
          <a:chOff x="0" y="0"/>
          <a:chExt cx="0" cy="0"/>
        </a:xfrm>
      </p:grpSpPr>
      <p:sp>
        <p:nvSpPr>
          <p:cNvPr name="Google Shape;93;p15" id="93"/>
          <p:cNvSpPr txBox="1"/>
          <p:nvPr>
            <p:ph type="title"/>
          </p:nvPr>
        </p:nvSpPr>
        <p:spPr>
          <a:xfrm>
            <a:off x="432000" y="34524"/>
            <a:ext cx="8280000" cy="594300"/>
          </a:xfrm>
          <a:prstGeom prst="rect">
            <a:avLst/>
          </a:prstGeom>
        </p:spPr>
        <p:txBody>
          <a:bodyPr lIns="0" bIns="0" anchor="b" rIns="0" anchorCtr="0" wrap="square" spcFirstLastPara="1" tIns="0">
            <a:noAutofit/>
          </a:bodyPr>
          <a:lstStyle/>
          <a:p>
            <a:pPr lvl="0" indent="0" rtl="0" marL="0" algn="l">
              <a:spcBef>
                <a:spcPts val="0"/>
              </a:spcBef>
              <a:spcAft>
                <a:spcPts val="0"/>
              </a:spcAft>
              <a:buNone/>
            </a:pPr>
            <a:r>
              <a:rPr noProof="1" lang="ja"/>
              <a:t>9/19</a:t>
            </a:r>
            <a:endParaRPr/>
          </a:p>
        </p:txBody>
      </p:sp>
      <p:sp>
        <p:nvSpPr>
          <p:cNvPr name="Google Shape;94;p15" id="94"/>
          <p:cNvSpPr txBox="1"/>
          <p:nvPr>
            <p:ph idx="1" type="body"/>
          </p:nvPr>
        </p:nvSpPr>
        <p:spPr>
          <a:xfrm>
            <a:off x="432000" y="792368"/>
            <a:ext cx="8280000" cy="3835800"/>
          </a:xfrm>
          <a:prstGeom prst="rect">
            <a:avLst/>
          </a:prstGeom>
        </p:spPr>
        <p:txBody>
          <a:bodyPr lIns="49625" bIns="24875" anchor="t" rIns="49625" anchorCtr="0" wrap="square" spcFirstLastPara="1" tIns="24875">
            <a:normAutofit/>
          </a:bodyPr>
          <a:lstStyle/>
          <a:p>
            <a:pPr lvl="0" indent="-342900" rtl="0" marL="457200" algn="l">
              <a:spcBef>
                <a:spcPts val="0"/>
              </a:spcBef>
              <a:spcAft>
                <a:spcPts val="0"/>
              </a:spcAft>
              <a:buSzPts val="1800"/>
              <a:buChar char="•"/>
            </a:pPr>
            <a:r>
              <a:rPr noProof="1" lang="ja"/>
              <a:t>What is an OSPO?</a:t>
            </a:r>
            <a:br>
              <a:rPr lang="ja"/>
            </a:br>
            <a:r>
              <a:rPr noProof="1" lang="ja"/>
              <a:t>A group that works to ensure that corporate activities adapt and adapt to changes caused by OSS</a:t>
            </a:r>
            <a:endParaRPr/>
          </a:p>
          <a:p>
            <a:pPr lvl="0" indent="-342900" rtl="0" marL="457200" algn="l">
              <a:spcBef>
                <a:spcPts val="0"/>
              </a:spcBef>
              <a:spcAft>
                <a:spcPts val="0"/>
              </a:spcAft>
              <a:buSzPts val="1800"/>
              <a:buChar char="•"/>
            </a:pPr>
            <a:r>
              <a:rPr noProof="1" lang="ja"/>
              <a:t>The state of adaptation and adaptation varies from company to company, resulting in different OSPO activities (Your OSPO is not My OSPO)</a:t>
            </a:r>
            <a:endParaRPr/>
          </a:p>
          <a:p>
            <a:pPr lvl="0" indent="0" rtl="0" marL="0" algn="l">
              <a:spcBef>
                <a:spcPts val="0"/>
              </a:spcBef>
              <a:spcAft>
                <a:spcPts val="0"/>
              </a:spcAft>
              <a:buNone/>
            </a:pPr>
            <a:r>
              <a:t> </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name="Shape 98" id="98"/>
        <p:cNvGrpSpPr/>
        <p:nvPr/>
      </p:nvGrpSpPr>
      <p:grpSpPr>
        <a:xfrm>
          <a:off x="0" y="0"/>
          <a:ext cx="0" cy="0"/>
          <a:chOff x="0" y="0"/>
          <a:chExt cx="0" cy="0"/>
        </a:xfrm>
      </p:grpSpPr>
      <p:sp>
        <p:nvSpPr>
          <p:cNvPr name="Google Shape;99;p16" id="99"/>
          <p:cNvSpPr txBox="1"/>
          <p:nvPr>
            <p:ph type="title"/>
          </p:nvPr>
        </p:nvSpPr>
        <p:spPr>
          <a:xfrm>
            <a:off x="432000" y="34524"/>
            <a:ext cx="8280000" cy="594300"/>
          </a:xfrm>
          <a:prstGeom prst="rect">
            <a:avLst/>
          </a:prstGeom>
        </p:spPr>
        <p:txBody>
          <a:bodyPr lIns="0" bIns="0" anchor="b" rIns="0" anchorCtr="0" wrap="square" spcFirstLastPara="1" tIns="0">
            <a:noAutofit/>
          </a:bodyPr>
          <a:lstStyle/>
          <a:p>
            <a:pPr lvl="0" indent="0" rtl="0" marL="0" algn="l">
              <a:spcBef>
                <a:spcPts val="0"/>
              </a:spcBef>
              <a:spcAft>
                <a:spcPts val="0"/>
              </a:spcAft>
              <a:buNone/>
            </a:pPr>
            <a:r>
              <a:rPr noProof="1" lang="ja"/>
              <a:t>9/19</a:t>
            </a:r>
            <a:endParaRPr/>
          </a:p>
        </p:txBody>
      </p:sp>
      <p:sp>
        <p:nvSpPr>
          <p:cNvPr name="Google Shape;100;p16" id="100"/>
          <p:cNvSpPr txBox="1"/>
          <p:nvPr>
            <p:ph idx="1" type="body"/>
          </p:nvPr>
        </p:nvSpPr>
        <p:spPr>
          <a:xfrm>
            <a:off x="432000" y="792368"/>
            <a:ext cx="8280000" cy="3835800"/>
          </a:xfrm>
          <a:prstGeom prst="rect">
            <a:avLst/>
          </a:prstGeom>
        </p:spPr>
        <p:txBody>
          <a:bodyPr lIns="49625" bIns="24875" anchor="t" rIns="49625" anchorCtr="0" wrap="square" spcFirstLastPara="1" tIns="24875">
            <a:normAutofit/>
          </a:bodyPr>
          <a:lstStyle/>
          <a:p>
            <a:pPr lvl="0" indent="-342900" rtl="0" marL="457200" algn="l">
              <a:spcBef>
                <a:spcPts val="0"/>
              </a:spcBef>
              <a:spcAft>
                <a:spcPts val="0"/>
              </a:spcAft>
              <a:buSzPts val="1800"/>
              <a:buChar char="•"/>
            </a:pPr>
            <a:r>
              <a:rPr noProof="1" lang="ja"/>
              <a:t>The "desired state" may differ depending on the position within the company.</a:t>
            </a:r>
            <a:endParaRPr/>
          </a:p>
          <a:p>
            <a:pPr lvl="1" indent="-323850" rtl="0" marL="914400" algn="l">
              <a:spcBef>
                <a:spcPts val="0"/>
              </a:spcBef>
              <a:spcAft>
                <a:spcPts val="0"/>
              </a:spcAft>
              <a:buSzPts val="1500"/>
              <a:buChar char="•"/>
            </a:pPr>
            <a:r>
              <a:rPr noProof="1" lang="ja"/>
              <a:t>Management is concerned with risk measures, R &amp; D is concerned with innovation acceleration, product development is concerned with efficient compliance, and OSPO is concerned with management strategies including OSS and community action collaboration strategies.</a:t>
            </a:r>
            <a:endParaRPr/>
          </a:p>
          <a:p>
            <a:pPr lvl="1" indent="-323850" rtl="0" marL="914400" algn="l">
              <a:spcBef>
                <a:spcPts val="0"/>
              </a:spcBef>
              <a:spcAft>
                <a:spcPts val="0"/>
              </a:spcAft>
              <a:buSzPts val="1500"/>
              <a:buChar char="•"/>
            </a:pPr>
            <a:r>
              <a:rPr noProof="1" lang="ja"/>
              <a:t>This may be due to a lack of consensus on OSS.</a:t>
            </a:r>
            <a:endParaRPr/>
          </a:p>
          <a:p>
            <a:pPr lvl="1" indent="-323850" rtl="0" marL="914400" algn="l">
              <a:spcBef>
                <a:spcPts val="0"/>
              </a:spcBef>
              <a:spcAft>
                <a:spcPts val="0"/>
              </a:spcAft>
              <a:buSzPts val="1500"/>
              <a:buChar char="•"/>
            </a:pPr>
            <a:r>
              <a:rPr noProof="1" lang="ja"/>
              <a:t>(Comment) Bridging these differences may be the role (definition) of OSPO.</a:t>
            </a:r>
            <a:endParaRPr/>
          </a:p>
          <a:p>
            <a:pPr lvl="0" indent="0" rtl="0" marL="0" algn="l">
              <a:spcBef>
                <a:spcPts val="0"/>
              </a:spcBef>
              <a:spcAft>
                <a:spcPts val="0"/>
              </a:spcAft>
              <a:buNone/>
            </a:pPr>
            <a:r>
              <a:t> </a:t>
            </a:r>
            <a:endParaRPr/>
          </a:p>
          <a:p>
            <a:pPr lvl="0" indent="0" rtl="0" marL="0" algn="l">
              <a:spcBef>
                <a:spcPts val="0"/>
              </a:spcBef>
              <a:spcAft>
                <a:spcPts val="0"/>
              </a:spcAft>
              <a:buNone/>
            </a:pPr>
            <a:r>
              <a:t> </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name="Shape 104" id="104"/>
        <p:cNvGrpSpPr/>
        <p:nvPr/>
      </p:nvGrpSpPr>
      <p:grpSpPr>
        <a:xfrm>
          <a:off x="0" y="0"/>
          <a:ext cx="0" cy="0"/>
          <a:chOff x="0" y="0"/>
          <a:chExt cx="0" cy="0"/>
        </a:xfrm>
      </p:grpSpPr>
      <p:sp>
        <p:nvSpPr>
          <p:cNvPr name="Google Shape;105;p17" id="105"/>
          <p:cNvSpPr txBox="1"/>
          <p:nvPr>
            <p:ph type="title"/>
          </p:nvPr>
        </p:nvSpPr>
        <p:spPr>
          <a:xfrm>
            <a:off x="432000" y="34524"/>
            <a:ext cx="8280000" cy="594300"/>
          </a:xfrm>
          <a:prstGeom prst="rect">
            <a:avLst/>
          </a:prstGeom>
        </p:spPr>
        <p:txBody>
          <a:bodyPr lIns="0" bIns="0" anchor="b" rIns="0" anchorCtr="0" wrap="square" spcFirstLastPara="1" tIns="0">
            <a:noAutofit/>
          </a:bodyPr>
          <a:lstStyle/>
          <a:p>
            <a:pPr lvl="0" indent="0" rtl="0" marL="0" algn="l">
              <a:spcBef>
                <a:spcPts val="0"/>
              </a:spcBef>
              <a:spcAft>
                <a:spcPts val="0"/>
              </a:spcAft>
              <a:buNone/>
            </a:pPr>
            <a:r>
              <a:rPr noProof="1" lang="ja"/>
              <a:t>9/19</a:t>
            </a:r>
            <a:endParaRPr/>
          </a:p>
        </p:txBody>
      </p:sp>
      <p:sp>
        <p:nvSpPr>
          <p:cNvPr name="Google Shape;106;p17" id="106"/>
          <p:cNvSpPr txBox="1"/>
          <p:nvPr>
            <p:ph idx="1" type="body"/>
          </p:nvPr>
        </p:nvSpPr>
        <p:spPr>
          <a:xfrm>
            <a:off x="432000" y="792368"/>
            <a:ext cx="8280000" cy="3835800"/>
          </a:xfrm>
          <a:prstGeom prst="rect">
            <a:avLst/>
          </a:prstGeom>
        </p:spPr>
        <p:txBody>
          <a:bodyPr lIns="49625" bIns="24875" anchor="t" rIns="49625" anchorCtr="0" wrap="square" spcFirstLastPara="1" tIns="24875">
            <a:normAutofit/>
          </a:bodyPr>
          <a:lstStyle/>
          <a:p>
            <a:pPr lvl="0" indent="-342900" rtl="0" marL="457200" algn="l">
              <a:spcBef>
                <a:spcPts val="0"/>
              </a:spcBef>
              <a:spcAft>
                <a:spcPts val="0"/>
              </a:spcAft>
              <a:buSzPts val="1800"/>
              <a:buChar char="•"/>
            </a:pPr>
            <a:r>
              <a:rPr noProof="1" lang="ja"/>
              <a:t>OSPO activities differ depending on how OSPO is started.</a:t>
            </a:r>
            <a:endParaRPr/>
          </a:p>
          <a:p>
            <a:pPr lvl="1" indent="-323850" rtl="0" marL="914400" algn="l">
              <a:spcBef>
                <a:spcPts val="0"/>
              </a:spcBef>
              <a:spcAft>
                <a:spcPts val="0"/>
              </a:spcAft>
              <a:buSzPts val="1500"/>
              <a:buChar char="•"/>
            </a:pPr>
            <a:r>
              <a:rPr noProof="1" lang="ja"/>
              <a:t>Until around 2020, volunteers who felt that OSPO was essential to the development and survival of a company started OSPO as a grassroots activity and gradually gained recognition as an official activity. (Bottom Up OSPO)</a:t>
            </a:r>
            <a:endParaRPr/>
          </a:p>
          <a:p>
            <a:pPr lvl="1" indent="-323850" rtl="0" marL="914400" algn="l">
              <a:spcBef>
                <a:spcPts val="0"/>
              </a:spcBef>
              <a:spcAft>
                <a:spcPts val="0"/>
              </a:spcAft>
              <a:buSzPts val="1500"/>
              <a:buChar char="•"/>
            </a:pPr>
            <a:r>
              <a:rPr noProof="1" lang="ja"/>
              <a:t>In recent years, the recognition that OSPO is necessary has spread to the industry, and there are cases where OSPO is started as a management decision. (Top Down OSPO)</a:t>
            </a:r>
            <a:endParaRPr/>
          </a:p>
          <a:p>
            <a:pPr lvl="2" indent="-304800" rtl="0" marL="1371600" algn="l">
              <a:spcBef>
                <a:spcPts val="0"/>
              </a:spcBef>
              <a:spcAft>
                <a:spcPts val="0"/>
              </a:spcAft>
              <a:buSzPts val="1200"/>
              <a:buChar char="•"/>
            </a:pPr>
            <a:r>
              <a:rPr noProof="1" lang="ja"/>
              <a:t>(Comment) Does this actually happen? </a:t>
            </a:r>
            <a:r>
              <a:rPr noProof="1" lang="ja"/>
              <a:t>I'd like to know some examples.</a:t>
            </a:r>
            <a:endParaRPr/>
          </a:p>
          <a:p>
            <a:pPr lvl="1" indent="-323850" rtl="0" marL="914400" algn="l">
              <a:spcBef>
                <a:spcPts val="0"/>
              </a:spcBef>
              <a:spcAft>
                <a:spcPts val="0"/>
              </a:spcAft>
              <a:buSzPts val="1500"/>
              <a:buChar char="•"/>
            </a:pPr>
            <a:r>
              <a:rPr noProof="1" lang="ja"/>
              <a:t>Bottom Up OSPO tends to aim for OSS strategy, while Top Down OSPO tends to aim for what management aims for.</a:t>
            </a:r>
            <a:endParaRPr/>
          </a:p>
          <a:p>
            <a:pPr lvl="2" indent="-304800" rtl="0" marL="1371600" algn="l">
              <a:spcBef>
                <a:spcPts val="0"/>
              </a:spcBef>
              <a:spcAft>
                <a:spcPts val="0"/>
              </a:spcAft>
              <a:buSzPts val="1200"/>
              <a:buChar char="•"/>
            </a:pPr>
            <a:r>
              <a:rPr noProof="1" lang="ja"/>
              <a:t>If management sees OSS as a risk, governance will come first and OSS contributions will come second.</a:t>
            </a:r>
            <a:endParaRPr/>
          </a:p>
          <a:p>
            <a:pPr lvl="2" indent="-304800" rtl="0" marL="1371600" algn="l">
              <a:spcBef>
                <a:spcPts val="0"/>
              </a:spcBef>
              <a:spcAft>
                <a:spcPts val="0"/>
              </a:spcAft>
              <a:buSzPts val="1200"/>
              <a:buChar char="•"/>
            </a:pPr>
            <a:r>
              <a:rPr noProof="1" lang="ja"/>
              <a:t>In the end, does it depend on whether management understands how the OSS community works and how the company should work within it?</a:t>
            </a:r>
            <a:endParaRPr/>
          </a:p>
          <a:p>
            <a:pPr lvl="2" indent="-304800" rtl="0" marL="1371600" algn="l">
              <a:spcBef>
                <a:spcPts val="0"/>
              </a:spcBef>
              <a:spcAft>
                <a:spcPts val="0"/>
              </a:spcAft>
              <a:buSzPts val="1200"/>
              <a:buChar char="•"/>
            </a:pPr>
            <a:r>
              <a:rPr noProof="1" lang="ja"/>
              <a:t>I think it makes a big difference whether the software side is creating a big technology stream or just dealing with specific customers.</a:t>
            </a:r>
            <a:endParaRPr/>
          </a:p>
          <a:p>
            <a:pPr lvl="0" indent="0" rtl="0" marL="0" algn="l">
              <a:spcBef>
                <a:spcPts val="0"/>
              </a:spcBef>
              <a:spcAft>
                <a:spcPts val="0"/>
              </a:spcAft>
              <a:buNone/>
            </a:pPr>
            <a:r>
              <a:t> </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name="Shape 110" id="110"/>
        <p:cNvGrpSpPr/>
        <p:nvPr/>
      </p:nvGrpSpPr>
      <p:grpSpPr>
        <a:xfrm>
          <a:off x="0" y="0"/>
          <a:ext cx="0" cy="0"/>
          <a:chOff x="0" y="0"/>
          <a:chExt cx="0" cy="0"/>
        </a:xfrm>
      </p:grpSpPr>
      <p:sp>
        <p:nvSpPr>
          <p:cNvPr name="Google Shape;111;p18" id="111"/>
          <p:cNvSpPr txBox="1"/>
          <p:nvPr>
            <p:ph type="title"/>
          </p:nvPr>
        </p:nvSpPr>
        <p:spPr>
          <a:xfrm>
            <a:off x="432000" y="34524"/>
            <a:ext cx="8280000" cy="594300"/>
          </a:xfrm>
          <a:prstGeom prst="rect">
            <a:avLst/>
          </a:prstGeom>
        </p:spPr>
        <p:txBody>
          <a:bodyPr lIns="0" bIns="0" anchor="b" rIns="0" anchorCtr="0" wrap="square" spcFirstLastPara="1" tIns="0">
            <a:noAutofit/>
          </a:bodyPr>
          <a:lstStyle/>
          <a:p>
            <a:pPr lvl="0" indent="0" rtl="0" marL="0" algn="l">
              <a:spcBef>
                <a:spcPts val="0"/>
              </a:spcBef>
              <a:spcAft>
                <a:spcPts val="0"/>
              </a:spcAft>
              <a:buNone/>
            </a:pPr>
            <a:r>
              <a:rPr noProof="1" lang="ja"/>
              <a:t>9/19</a:t>
            </a:r>
            <a:endParaRPr/>
          </a:p>
        </p:txBody>
      </p:sp>
      <p:sp>
        <p:nvSpPr>
          <p:cNvPr name="Google Shape;112;p18" id="112"/>
          <p:cNvSpPr txBox="1"/>
          <p:nvPr>
            <p:ph idx="1" type="body"/>
          </p:nvPr>
        </p:nvSpPr>
        <p:spPr>
          <a:xfrm>
            <a:off x="432000" y="792368"/>
            <a:ext cx="8280000" cy="3835800"/>
          </a:xfrm>
          <a:prstGeom prst="rect">
            <a:avLst/>
          </a:prstGeom>
        </p:spPr>
        <p:txBody>
          <a:bodyPr lIns="49625" bIns="24875" anchor="t" rIns="49625" anchorCtr="0" wrap="square" spcFirstLastPara="1" tIns="24875">
            <a:normAutofit/>
          </a:bodyPr>
          <a:lstStyle/>
          <a:p>
            <a:pPr lvl="0" indent="-342900" rtl="0" marL="457200" algn="l">
              <a:spcBef>
                <a:spcPts val="0"/>
              </a:spcBef>
              <a:spcAft>
                <a:spcPts val="0"/>
              </a:spcAft>
              <a:buSzPts val="1800"/>
              <a:buChar char="•"/>
            </a:pPr>
            <a:r>
              <a:rPr noProof="1" lang="ja"/>
              <a:t>The situation described above is one of the reasons why OSPO activities do not proceed easily.</a:t>
            </a:r>
            <a:endParaRPr/>
          </a:p>
          <a:p>
            <a:pPr lvl="0" indent="-342900" rtl="0" marL="457200" algn="l">
              <a:spcBef>
                <a:spcPts val="0"/>
              </a:spcBef>
              <a:spcAft>
                <a:spcPts val="0"/>
              </a:spcAft>
              <a:buSzPts val="1800"/>
              <a:buChar char="•"/>
            </a:pPr>
            <a:r>
              <a:rPr noProof="1" lang="ja"/>
              <a:t>Wouldn't it be good to have guidelines (?) for each industry? Wouldn't it be nice to have)?</a:t>
            </a:r>
            <a:endParaRPr/>
          </a:p>
          <a:p>
            <a:pPr lvl="1" indent="-323850" rtl="0" marL="914400" algn="l">
              <a:spcBef>
                <a:spcPts val="0"/>
              </a:spcBef>
              <a:spcAft>
                <a:spcPts val="0"/>
              </a:spcAft>
              <a:buSzPts val="1500"/>
              <a:buChar char="•"/>
            </a:pPr>
            <a:r>
              <a:rPr noProof="1" lang="ja"/>
              <a:t>A collection of practices (?)? )</a:t>
            </a:r>
            <a:endParaRPr/>
          </a:p>
          <a:p>
            <a:pPr lvl="0" indent="-342900" rtl="0" marL="457200" algn="l">
              <a:spcBef>
                <a:spcPts val="0"/>
              </a:spcBef>
              <a:spcAft>
                <a:spcPts val="0"/>
              </a:spcAft>
              <a:buSzPts val="1800"/>
              <a:buChar char="•"/>
            </a:pPr>
            <a:r>
              <a:rPr noProof="1" lang="ja"/>
              <a:t>Are OSPOs somewhat similar for each type of business activity?</a:t>
            </a:r>
            <a:endParaRPr/>
          </a:p>
          <a:p>
            <a:pPr lvl="0" indent="-342900" rtl="0" marL="457200" algn="l">
              <a:spcBef>
                <a:spcPts val="0"/>
              </a:spcBef>
              <a:spcAft>
                <a:spcPts val="0"/>
              </a:spcAft>
              <a:buSzPts val="1800"/>
              <a:buChar char="•"/>
            </a:pPr>
            <a:r>
              <a:rPr noProof="1" lang="ja"/>
              <a:t>When setting up an OSPO, information that other companies in the same industry have OSPOs would be useful for internal persuasion ➡ Can we gather information?</a:t>
            </a:r>
            <a:endParaRPr/>
          </a:p>
          <a:p>
            <a:pPr lvl="1" indent="-323850" rtl="0" marL="914400" algn="l">
              <a:spcBef>
                <a:spcPts val="0"/>
              </a:spcBef>
              <a:spcAft>
                <a:spcPts val="0"/>
              </a:spcAft>
              <a:buSzPts val="1500"/>
              <a:buChar char="•"/>
            </a:pPr>
            <a:r>
              <a:rPr noProof="1" lang="ja"/>
              <a:t>This was the beginning of the Lightning Talk at the OpenChain meeting</a:t>
            </a:r>
            <a:endParaRPr/>
          </a:p>
        </p:txBody>
      </p:sp>
      <p:pic>
        <p:nvPicPr>
          <p:cNvPr name="Google Shape;113;p18" id="113"/>
          <p:cNvPicPr preferRelativeResize="0"/>
          <p:nvPr/>
        </p:nvPicPr>
        <p:blipFill>
          <a:blip r:embed="rId3">
            <a:alphaModFix/>
          </a:blip>
          <a:stretch>
            <a:fillRect/>
          </a:stretch>
        </p:blipFill>
        <p:spPr>
          <a:xfrm>
            <a:off x="5674825" y="3129000"/>
            <a:ext cx="3734849" cy="2091049"/>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penChain Japan Work Group">
  <a:themeElements>
    <a:clrScheme name="ユーザー定義 1">
      <a:dk1>
        <a:srgbClr val="000000"/>
      </a:dk1>
      <a:lt1>
        <a:srgbClr val="FFFFFF"/>
      </a:lt1>
      <a:dk2>
        <a:srgbClr val="4E5B6F"/>
      </a:dk2>
      <a:lt2>
        <a:srgbClr val="D6ECFF"/>
      </a:lt2>
      <a:accent1>
        <a:srgbClr val="007DEA"/>
      </a:accent1>
      <a:accent2>
        <a:srgbClr val="FCB95D"/>
      </a:accent2>
      <a:accent3>
        <a:srgbClr val="FF0000"/>
      </a:accent3>
      <a:accent4>
        <a:srgbClr val="007DEA"/>
      </a:accent4>
      <a:accent5>
        <a:srgbClr val="738AC8"/>
      </a:accent5>
      <a:accent6>
        <a:srgbClr val="1AB39F"/>
      </a:accent6>
      <a:hlink>
        <a:srgbClr val="EB8803"/>
      </a:hlink>
      <a:folHlink>
        <a:srgbClr val="5F7791"/>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