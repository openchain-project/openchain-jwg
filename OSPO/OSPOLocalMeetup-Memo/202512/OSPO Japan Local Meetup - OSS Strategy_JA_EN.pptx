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strictFirstAndLastChars="0" autoCompressPictures="0" saveSubsetFonts="1">
  <p:sldMasterIdLst>
    <p:sldMasterId r:id="rId5" id="2147483663"/>
    <p:sldMasterId r:id="rId6" id="2147483664"/>
  </p:sldMasterIdLst>
  <p:notesMasterIdLst>
    <p:notesMasterId r:id="rId7"/>
  </p:notesMasterIdLst>
  <p:sldIdLst>
    <p:sldId r:id="rId8" id="256"/>
    <p:sldId r:id="rId9" id="257"/>
    <p:sldId r:id="rId10" id="258"/>
    <p:sldId r:id="rId11" id="259"/>
    <p:sldId r:id="rId12" id="260"/>
    <p:sldId r:id="rId13" id="261"/>
    <p:sldId r:id="rId14" id="262"/>
    <p:sldId r:id="rId15" id="263"/>
    <p:sldId r:id="rId16" id="264"/>
    <p:sldId r:id="rId17" id="265"/>
    <p:sldId r:id="rId18" id="266"/>
    <p:sldId r:id="rId19" id="267"/>
    <p:sldId r:id="rId20" id="268"/>
    <p:sldId r:id="rId21" id="269"/>
    <p:sldId r:id="rId22" id="270"/>
    <p:sldId r:id="rId23" id="271"/>
    <p:sldId r:id="rId24" id="272"/>
    <p:sldId r:id="rId25" id="273"/>
    <p:sldId r:id="rId26" id="274"/>
    <p:sldId r:id="rId27" id="275"/>
    <p:sldId r:id="rId28" id="276"/>
    <p:sldId r:id="rId29" id="277"/>
    <p:sldId r:id="rId30" id="278"/>
    <p:sldId r:id="rId31" id="279"/>
    <p:sldId r:id="rId32" id="280"/>
    <p:sldId r:id="rId33" id="281"/>
    <p:sldId r:id="rId34" id="282"/>
    <p:sldId r:id="rId35" id="283"/>
    <p:sldId r:id="rId36" id="284"/>
    <p:sldId r:id="rId37" id="285"/>
    <p:sldId r:id="rId38" id="286"/>
    <p:sldId r:id="rId39" id="287"/>
    <p:sldId r:id="rId40" id="288"/>
    <p:sldId r:id="rId41" id="289"/>
    <p:sldId r:id="rId42" id="290"/>
    <p:sldId r:id="rId43" id="291"/>
    <p:sldId r:id="rId44" id="292"/>
    <p:sldId r:id="rId45" id="293"/>
    <p:sldId r:id="rId46" id="294"/>
    <p:sldId r:id="rId47" id="295"/>
    <p:sldId r:id="rId48" id="296"/>
    <p:sldId r:id="rId49" id="297"/>
    <p:sldId r:id="rId50" id="298"/>
    <p:sldId r:id="rId51" id="299"/>
    <p:sldId r:id="rId52" id="300"/>
    <p:sldId r:id="rId53" id="301"/>
    <p:sldId r:id="rId54" id="302"/>
    <p:sldId r:id="rId55" id="303"/>
    <p:sldId r:id="rId56" id="304"/>
    <p:sldId r:id="rId57" id="305"/>
    <p:sldId r:id="rId58" id="306"/>
    <p:sldId r:id="rId59" id="307"/>
    <p:sldId r:id="rId60" id="308"/>
    <p:sldId r:id="rId61" id="309"/>
    <p:sldId r:id="rId62" id="310"/>
    <p:sldId r:id="rId63" id="311"/>
    <p:sldId r:id="rId64" id="312"/>
    <p:sldId r:id="rId65" id="313"/>
    <p:sldId r:id="rId66" id="314"/>
    <p:sldId r:id="rId67" id="315"/>
    <p:sldId r:id="rId68" id="316"/>
    <p:sldId r:id="rId69" id="317"/>
    <p:sldId r:id="rId70" id="318"/>
    <p:sldId r:id="rId71" id="319"/>
  </p:sldIdLst>
  <p:sldSz cx="9144000" cy="5143500"/>
  <p:notesSz cx="6858000" cy="9144000"/>
  <p:embeddedFontLst>
    <p:embeddedFont>
      <p:font typeface="Roboto Slab Light"/>
      <p:regular r:id="rId72"/>
      <p:bold r:id="rId73"/>
    </p:embeddedFont>
    <p:embeddedFont>
      <p:font typeface="Economica"/>
      <p:regular r:id="rId74"/>
      <p:bold r:id="rId75"/>
      <p:italic r:id="rId76"/>
      <p:boldItalic r:id="rId77"/>
    </p:embeddedFont>
    <p:embeddedFont>
      <p:font typeface="Roboto"/>
      <p:regular r:id="rId78"/>
      <p:bold r:id="rId79"/>
      <p:italic r:id="rId80"/>
      <p:boldItalic r:id="rId81"/>
    </p:embeddedFont>
    <p:embeddedFont>
      <p:font typeface="Open Sans Medium"/>
      <p:regular r:id="rId82"/>
      <p:bold r:id="rId83"/>
      <p:italic r:id="rId84"/>
      <p:boldItalic r:id="rId85"/>
    </p:embeddedFont>
    <p:embeddedFont>
      <p:font typeface="Carter One"/>
      <p:regular r:id="rId86"/>
    </p:embeddedFont>
    <p:embeddedFont>
      <p:font typeface="Open Sans"/>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defaultTextStyle>
  <p:extLst>
    <p:ext uri="{EFAFB233-063F-42B5-8137-9DF3F51BA10A}">
      <p15:sldGuideLst>
        <p15:guide orient="horz" pos="1620" id="1">
          <p15:clr>
            <a:srgbClr val="747775"/>
          </p15:clr>
        </p15:guide>
        <p15:guide pos="2880" id="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BF87B9-F898-45A7-872B-C1E3EBBB9A89}">
  <a:tblStyle styleId="{37BF87B9-F898-45A7-872B-C1E3EBBB9A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682AA09-C1B1-4E06-BC11-F6799D67A49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OpenSansMedium-italic.fntdata"/><Relationship Id="rId83" Type="http://schemas.openxmlformats.org/officeDocument/2006/relationships/font" Target="fonts/OpenSansMedium-bold.fntdata"/><Relationship Id="rId42" Type="http://schemas.openxmlformats.org/officeDocument/2006/relationships/slide" Target="slides/slide35.xml"/><Relationship Id="rId86" Type="http://schemas.openxmlformats.org/officeDocument/2006/relationships/font" Target="fonts/CarterOne-regular.fntdata"/><Relationship Id="rId41" Type="http://schemas.openxmlformats.org/officeDocument/2006/relationships/slide" Target="slides/slide34.xml"/><Relationship Id="rId85" Type="http://schemas.openxmlformats.org/officeDocument/2006/relationships/font" Target="fonts/OpenSansMedium-boldItalic.fntdata"/><Relationship Id="rId44" Type="http://schemas.openxmlformats.org/officeDocument/2006/relationships/slide" Target="slides/slide37.xml"/><Relationship Id="rId88" Type="http://schemas.openxmlformats.org/officeDocument/2006/relationships/font" Target="fonts/OpenSans-bold.fntdata"/><Relationship Id="rId43" Type="http://schemas.openxmlformats.org/officeDocument/2006/relationships/slide" Target="slides/slide36.xml"/><Relationship Id="rId87" Type="http://schemas.openxmlformats.org/officeDocument/2006/relationships/font" Target="fonts/OpenSans-regular.fntdata"/><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OpenSans-italic.fntdata"/><Relationship Id="rId80" Type="http://schemas.openxmlformats.org/officeDocument/2006/relationships/font" Target="fonts/Roboto-italic.fntdata"/><Relationship Id="rId82" Type="http://schemas.openxmlformats.org/officeDocument/2006/relationships/font" Target="fonts/OpenSansMedium-regular.fntdata"/><Relationship Id="rId81"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SlabLight-bold.fntdata"/><Relationship Id="rId72" Type="http://schemas.openxmlformats.org/officeDocument/2006/relationships/font" Target="fonts/RobotoSlabLight-regular.fntdata"/><Relationship Id="rId31" Type="http://schemas.openxmlformats.org/officeDocument/2006/relationships/slide" Target="slides/slide24.xml"/><Relationship Id="rId75" Type="http://schemas.openxmlformats.org/officeDocument/2006/relationships/font" Target="fonts/Economica-bold.fntdata"/><Relationship Id="rId30" Type="http://schemas.openxmlformats.org/officeDocument/2006/relationships/slide" Target="slides/slide23.xml"/><Relationship Id="rId74" Type="http://schemas.openxmlformats.org/officeDocument/2006/relationships/font" Target="fonts/Economica-regular.fntdata"/><Relationship Id="rId33" Type="http://schemas.openxmlformats.org/officeDocument/2006/relationships/slide" Target="slides/slide26.xml"/><Relationship Id="rId77" Type="http://schemas.openxmlformats.org/officeDocument/2006/relationships/font" Target="fonts/Economica-boldItalic.fntdata"/><Relationship Id="rId32" Type="http://schemas.openxmlformats.org/officeDocument/2006/relationships/slide" Target="slides/slide25.xml"/><Relationship Id="rId76" Type="http://schemas.openxmlformats.org/officeDocument/2006/relationships/font" Target="fonts/Economica-italic.fntdata"/><Relationship Id="rId35" Type="http://schemas.openxmlformats.org/officeDocument/2006/relationships/slide" Target="slides/slide28.xml"/><Relationship Id="rId79" Type="http://schemas.openxmlformats.org/officeDocument/2006/relationships/font" Target="fonts/Roboto-bold.fntdata"/><Relationship Id="rId34" Type="http://schemas.openxmlformats.org/officeDocument/2006/relationships/slide" Target="slides/slide27.xml"/><Relationship Id="rId78" Type="http://schemas.openxmlformats.org/officeDocument/2006/relationships/font" Target="fonts/Roboto-regular.fntdata"/><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0" Type="http://schemas.openxmlformats.org/officeDocument/2006/relationships/font" Target="fonts/OpenSans-boldItalic.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 id="2"/>
        <p:cNvGrpSpPr/>
        <p:nvPr/>
      </p:nvGrpSpPr>
      <p:grpSpPr>
        <a:xfrm>
          <a:off x="0" y="0"/>
          <a:ext cx="0" cy="0"/>
          <a:chOff x="0" y="0"/>
          <a:chExt cx="0" cy="0"/>
        </a:xfrm>
      </p:grpSpPr>
      <p:sp>
        <p:nvSpPr>
          <p:cNvPr name="Google Shape;3;n" id="3"/>
          <p:cNvSpPr/>
          <p:nvPr>
            <p:ph idx="2" type="sldImg"/>
          </p:nvPr>
        </p:nvSpPr>
        <p:spPr>
          <a:xfrm>
            <a:off x="381300" y="685800"/>
            <a:ext cx="6096075"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4;n" id="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lvl1pPr lvl="0" indent="-298450" marL="457200">
              <a:spcBef>
                <a:spcPts val="0"/>
              </a:spcBef>
              <a:spcAft>
                <a:spcPts val="0"/>
              </a:spcAft>
              <a:buSzPts val="1100"/>
              <a:buChar char="●"/>
              <a:defRPr sz="880"/>
            </a:lvl1pPr>
            <a:lvl2pPr lvl="1" indent="-298450" marL="914400">
              <a:spcBef>
                <a:spcPts val="0"/>
              </a:spcBef>
              <a:spcAft>
                <a:spcPts val="0"/>
              </a:spcAft>
              <a:buSzPts val="1100"/>
              <a:buChar char="○"/>
              <a:defRPr sz="880"/>
            </a:lvl2pPr>
            <a:lvl3pPr lvl="2" indent="-298450" marL="1371600">
              <a:spcBef>
                <a:spcPts val="0"/>
              </a:spcBef>
              <a:spcAft>
                <a:spcPts val="0"/>
              </a:spcAft>
              <a:buSzPts val="1100"/>
              <a:buChar char="■"/>
              <a:defRPr sz="880"/>
            </a:lvl3pPr>
            <a:lvl4pPr lvl="3" indent="-298450" marL="1828800">
              <a:spcBef>
                <a:spcPts val="0"/>
              </a:spcBef>
              <a:spcAft>
                <a:spcPts val="0"/>
              </a:spcAft>
              <a:buSzPts val="1100"/>
              <a:buChar char="●"/>
              <a:defRPr sz="880"/>
            </a:lvl4pPr>
            <a:lvl5pPr lvl="4" indent="-298450" marL="2286000">
              <a:spcBef>
                <a:spcPts val="0"/>
              </a:spcBef>
              <a:spcAft>
                <a:spcPts val="0"/>
              </a:spcAft>
              <a:buSzPts val="1100"/>
              <a:buChar char="○"/>
              <a:defRPr sz="880"/>
            </a:lvl5pPr>
            <a:lvl6pPr lvl="5" indent="-298450" marL="2743200">
              <a:spcBef>
                <a:spcPts val="0"/>
              </a:spcBef>
              <a:spcAft>
                <a:spcPts val="0"/>
              </a:spcAft>
              <a:buSzPts val="1100"/>
              <a:buChar char="■"/>
              <a:defRPr sz="880"/>
            </a:lvl6pPr>
            <a:lvl7pPr lvl="6" indent="-298450" marL="3200400">
              <a:spcBef>
                <a:spcPts val="0"/>
              </a:spcBef>
              <a:spcAft>
                <a:spcPts val="0"/>
              </a:spcAft>
              <a:buSzPts val="1100"/>
              <a:buChar char="●"/>
              <a:defRPr sz="880"/>
            </a:lvl7pPr>
            <a:lvl8pPr lvl="7" indent="-298450" marL="3657600">
              <a:spcBef>
                <a:spcPts val="0"/>
              </a:spcBef>
              <a:spcAft>
                <a:spcPts val="0"/>
              </a:spcAft>
              <a:buSzPts val="1100"/>
              <a:buChar char="○"/>
              <a:defRPr sz="880"/>
            </a:lvl8pPr>
            <a:lvl9pPr lvl="8" indent="-298450" marL="4114800">
              <a:spcBef>
                <a:spcPts val="0"/>
              </a:spcBef>
              <a:spcAft>
                <a:spcPts val="0"/>
              </a:spcAft>
              <a:buSzPts val="1100"/>
              <a:buChar char="■"/>
              <a:defRPr sz="880"/>
            </a:lvl9pPr>
          </a:lstStyle>
          <a:p/>
        </p:txBody>
      </p:sp>
    </p:spTree>
  </p:cSld>
  <p:clrMap accent6="accent6" accent4="accent4" accent5="accent5" accent2="accent2" accent3="accent3" accent1="accent1" bg2="dk2" tx1="dk1" bg1="lt1" hlink="hlink" tx2="lt2" folHlink="fol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93" id="93"/>
        <p:cNvGrpSpPr/>
        <p:nvPr/>
      </p:nvGrpSpPr>
      <p:grpSpPr>
        <a:xfrm>
          <a:off x="0" y="0"/>
          <a:ext cx="0" cy="0"/>
          <a:chOff x="0" y="0"/>
          <a:chExt cx="0" cy="0"/>
        </a:xfrm>
      </p:grpSpPr>
      <p:sp>
        <p:nvSpPr>
          <p:cNvPr name="Google Shape;94;g2c312e1db90_0_55:notes" id="9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95;g2c312e1db90_0_55:notes" id="9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02" id="102"/>
        <p:cNvGrpSpPr/>
        <p:nvPr/>
      </p:nvGrpSpPr>
      <p:grpSpPr>
        <a:xfrm>
          <a:off x="0" y="0"/>
          <a:ext cx="0" cy="0"/>
          <a:chOff x="0" y="0"/>
          <a:chExt cx="0" cy="0"/>
        </a:xfrm>
      </p:grpSpPr>
      <p:sp>
        <p:nvSpPr>
          <p:cNvPr name="Google Shape;103;g2c312e1db90_0_104:notes" id="103"/>
          <p:cNvSpPr/>
          <p:nvPr>
            <p:ph idx="2" type="sldImg"/>
          </p:nvPr>
        </p:nvSpPr>
        <p:spPr>
          <a:xfrm>
            <a:off x="3810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04;g2c312e1db90_0_104:notes" id="10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0" rtl="0" marL="0" algn="l">
              <a:lnSpc>
                <a:spcPct val="100000"/>
              </a:lnSpc>
              <a:spcBef>
                <a:spcPts val="0"/>
              </a:spcBef>
              <a:spcAft>
                <a:spcPts val="0"/>
              </a:spcAft>
              <a:buSzPts val="1100"/>
              <a:buNone/>
            </a:pPr>
            <a:r>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09" id="109"/>
        <p:cNvGrpSpPr/>
        <p:nvPr/>
      </p:nvGrpSpPr>
      <p:grpSpPr>
        <a:xfrm>
          <a:off x="0" y="0"/>
          <a:ext cx="0" cy="0"/>
          <a:chOff x="0" y="0"/>
          <a:chExt cx="0" cy="0"/>
        </a:xfrm>
      </p:grpSpPr>
      <p:sp>
        <p:nvSpPr>
          <p:cNvPr name="Google Shape;110;g2c312e1db90_0_110:notes" id="110"/>
          <p:cNvSpPr/>
          <p:nvPr>
            <p:ph idx="2" type="sldImg"/>
          </p:nvPr>
        </p:nvSpPr>
        <p:spPr>
          <a:xfrm>
            <a:off x="3810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11;g2c312e1db90_0_110:notes" id="111"/>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0" rtl="0" marL="0" algn="l">
              <a:lnSpc>
                <a:spcPct val="100000"/>
              </a:lnSpc>
              <a:spcBef>
                <a:spcPts val="0"/>
              </a:spcBef>
              <a:spcAft>
                <a:spcPts val="0"/>
              </a:spcAft>
              <a:buSzPts val="1100"/>
              <a:buNone/>
            </a:pPr>
            <a: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16" id="116"/>
        <p:cNvGrpSpPr/>
        <p:nvPr/>
      </p:nvGrpSpPr>
      <p:grpSpPr>
        <a:xfrm>
          <a:off x="0" y="0"/>
          <a:ext cx="0" cy="0"/>
          <a:chOff x="0" y="0"/>
          <a:chExt cx="0" cy="0"/>
        </a:xfrm>
      </p:grpSpPr>
      <p:sp>
        <p:nvSpPr>
          <p:cNvPr name="Google Shape;117;g2c312e1db90_1_30:notes" id="11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18;g2c312e1db90_1_30:notes" id="118"/>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228600" rtl="0" marL="457200" algn="l">
              <a:lnSpc>
                <a:spcPct val="100000"/>
              </a:lnSpc>
              <a:spcBef>
                <a:spcPts val="0"/>
              </a:spcBef>
              <a:spcAft>
                <a:spcPts val="0"/>
              </a:spcAft>
              <a:buSzPts val="1100"/>
              <a:buNone/>
            </a:pPr>
            <a:r>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22" id="122"/>
        <p:cNvGrpSpPr/>
        <p:nvPr/>
      </p:nvGrpSpPr>
      <p:grpSpPr>
        <a:xfrm>
          <a:off x="0" y="0"/>
          <a:ext cx="0" cy="0"/>
          <a:chOff x="0" y="0"/>
          <a:chExt cx="0" cy="0"/>
        </a:xfrm>
      </p:grpSpPr>
      <p:sp>
        <p:nvSpPr>
          <p:cNvPr name="Google Shape;123;g2ffcbfe9442_0_11:notes" id="12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24;g2ffcbfe9442_0_11:notes" id="12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228600" rtl="0" marL="457200" algn="l">
              <a:lnSpc>
                <a:spcPct val="100000"/>
              </a:lnSpc>
              <a:spcBef>
                <a:spcPts val="0"/>
              </a:spcBef>
              <a:spcAft>
                <a:spcPts val="0"/>
              </a:spcAft>
              <a:buSzPts val="1100"/>
              <a:buNone/>
            </a:pPr>
            <a: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28" id="128"/>
        <p:cNvGrpSpPr/>
        <p:nvPr/>
      </p:nvGrpSpPr>
      <p:grpSpPr>
        <a:xfrm>
          <a:off x="0" y="0"/>
          <a:ext cx="0" cy="0"/>
          <a:chOff x="0" y="0"/>
          <a:chExt cx="0" cy="0"/>
        </a:xfrm>
      </p:grpSpPr>
      <p:sp>
        <p:nvSpPr>
          <p:cNvPr name="Google Shape;129;g2f17e4363b7_0_5:notes" id="12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30;g2f17e4363b7_0_5:notes" id="13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35" id="135"/>
        <p:cNvGrpSpPr/>
        <p:nvPr/>
      </p:nvGrpSpPr>
      <p:grpSpPr>
        <a:xfrm>
          <a:off x="0" y="0"/>
          <a:ext cx="0" cy="0"/>
          <a:chOff x="0" y="0"/>
          <a:chExt cx="0" cy="0"/>
        </a:xfrm>
      </p:grpSpPr>
      <p:sp>
        <p:nvSpPr>
          <p:cNvPr name="Google Shape;136;g2fc8700518d_1_8:notes" id="13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37;g2fc8700518d_1_8:notes" id="13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41" id="141"/>
        <p:cNvGrpSpPr/>
        <p:nvPr/>
      </p:nvGrpSpPr>
      <p:grpSpPr>
        <a:xfrm>
          <a:off x="0" y="0"/>
          <a:ext cx="0" cy="0"/>
          <a:chOff x="0" y="0"/>
          <a:chExt cx="0" cy="0"/>
        </a:xfrm>
      </p:grpSpPr>
      <p:sp>
        <p:nvSpPr>
          <p:cNvPr name="Google Shape;142;g2fc8700518d_0_0:notes" id="14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43;g2fc8700518d_0_0:notes" id="14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OSS is essential to business</a:t>
            </a:r>
            <a:endParaRPr/>
          </a:p>
          <a:p>
            <a:pPr lvl="0" indent="-298450" rtl="0" marL="457200" algn="l">
              <a:lnSpc>
                <a:spcPct val="115000"/>
              </a:lnSpc>
              <a:spcBef>
                <a:spcPts val="0"/>
              </a:spcBef>
              <a:spcAft>
                <a:spcPts val="0"/>
              </a:spcAft>
              <a:buClr>
                <a:schemeClr val="dk1"/>
              </a:buClr>
              <a:buSzPts val="1100"/>
              <a:buChar char="●"/>
            </a:pPr>
            <a:r>
              <a:rPr noProof="1" lang="ja"/>
              <a:t>OSS itself does not generate profit</a:t>
            </a:r>
            <a:endParaRPr/>
          </a:p>
          <a:p>
            <a:pPr lvl="0" indent="-298450" rtl="0" marL="457200" algn="l">
              <a:lnSpc>
                <a:spcPct val="115000"/>
              </a:lnSpc>
              <a:spcBef>
                <a:spcPts val="0"/>
              </a:spcBef>
              <a:spcAft>
                <a:spcPts val="0"/>
              </a:spcAft>
              <a:buClr>
                <a:schemeClr val="dk1"/>
              </a:buClr>
              <a:buSzPts val="1100"/>
              <a:buChar char="●"/>
            </a:pPr>
            <a:r>
              <a:rPr noProof="1" lang="ja"/>
              <a:t>Profit is generated through OSS utilization</a:t>
            </a:r>
            <a:endParaRPr/>
          </a:p>
          <a:p>
            <a:pPr lvl="0" indent="-298450" rtl="0" marL="457200" algn="l">
              <a:lnSpc>
                <a:spcPct val="115000"/>
              </a:lnSpc>
              <a:spcBef>
                <a:spcPts val="0"/>
              </a:spcBef>
              <a:spcAft>
                <a:spcPts val="0"/>
              </a:spcAft>
              <a:buClr>
                <a:schemeClr val="dk1"/>
              </a:buClr>
              <a:buSzPts val="1100"/>
              <a:buChar char="●"/>
            </a:pPr>
            <a:r>
              <a:rPr noProof="1" lang="ja"/>
              <a:t>Businesses near and far from OSS</a:t>
            </a:r>
            <a:endParaRPr/>
          </a:p>
          <a:p>
            <a:pPr lvl="0" indent="-298450" rtl="0" marL="457200" algn="l">
              <a:lnSpc>
                <a:spcPct val="115000"/>
              </a:lnSpc>
              <a:spcBef>
                <a:spcPts val="0"/>
              </a:spcBef>
              <a:spcAft>
                <a:spcPts val="0"/>
              </a:spcAft>
              <a:buClr>
                <a:schemeClr val="dk1"/>
              </a:buClr>
              <a:buSzPts val="1100"/>
              <a:buChar char="●"/>
            </a:pPr>
            <a:r>
              <a:rPr noProof="1" lang="ja"/>
              <a:t>Think about the relationship between them,</a:t>
            </a:r>
            <a:endParaRPr/>
          </a:p>
          <a:p>
            <a:pPr lvl="0" indent="-298450" rtl="0" marL="457200" algn="l">
              <a:lnSpc>
                <a:spcPct val="115000"/>
              </a:lnSpc>
              <a:spcBef>
                <a:spcPts val="0"/>
              </a:spcBef>
              <a:spcAft>
                <a:spcPts val="0"/>
              </a:spcAft>
              <a:buClr>
                <a:schemeClr val="dk1"/>
              </a:buClr>
              <a:buSzPts val="1100"/>
              <a:buChar char="●"/>
            </a:pPr>
            <a:r>
              <a:rPr noProof="1" lang="ja"/>
              <a:t>and discuss issues</a:t>
            </a:r>
            <a:endParaRPr/>
          </a:p>
          <a:p>
            <a:pPr lvl="0" indent="-298450" rtl="0" marL="457200" algn="l">
              <a:lnSpc>
                <a:spcPct val="115000"/>
              </a:lnSpc>
              <a:spcBef>
                <a:spcPts val="0"/>
              </a:spcBef>
              <a:spcAft>
                <a:spcPts val="0"/>
              </a:spcAft>
              <a:buClr>
                <a:schemeClr val="dk1"/>
              </a:buClr>
              <a:buSzPts val="1100"/>
              <a:buChar char="●"/>
            </a:pPr>
            <a:r>
              <a:rPr noProof="1" lang="ja"/>
              <a:t>do not focus on discussion about internal rules, process samples related with OSS in company, OSPO KPI, etc.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53" id="153"/>
        <p:cNvGrpSpPr/>
        <p:nvPr/>
      </p:nvGrpSpPr>
      <p:grpSpPr>
        <a:xfrm>
          <a:off x="0" y="0"/>
          <a:ext cx="0" cy="0"/>
          <a:chOff x="0" y="0"/>
          <a:chExt cx="0" cy="0"/>
        </a:xfrm>
      </p:grpSpPr>
      <p:sp>
        <p:nvSpPr>
          <p:cNvPr name="Google Shape;154;g2fc8700518d_0_28:notes" id="15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55;g2fc8700518d_0_28:notes" id="15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59" id="159"/>
        <p:cNvGrpSpPr/>
        <p:nvPr/>
      </p:nvGrpSpPr>
      <p:grpSpPr>
        <a:xfrm>
          <a:off x="0" y="0"/>
          <a:ext cx="0" cy="0"/>
          <a:chOff x="0" y="0"/>
          <a:chExt cx="0" cy="0"/>
        </a:xfrm>
      </p:grpSpPr>
      <p:sp>
        <p:nvSpPr>
          <p:cNvPr name="Google Shape;160;g3a35b4835f3_3_0:notes" id="16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61;g3a35b4835f3_3_0:notes" id="16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OSS is essential to business</a:t>
            </a:r>
            <a:endParaRPr/>
          </a:p>
          <a:p>
            <a:pPr lvl="0" indent="-298450" rtl="0" marL="457200" algn="l">
              <a:lnSpc>
                <a:spcPct val="115000"/>
              </a:lnSpc>
              <a:spcBef>
                <a:spcPts val="0"/>
              </a:spcBef>
              <a:spcAft>
                <a:spcPts val="0"/>
              </a:spcAft>
              <a:buClr>
                <a:schemeClr val="dk1"/>
              </a:buClr>
              <a:buSzPts val="1100"/>
              <a:buChar char="●"/>
            </a:pPr>
            <a:r>
              <a:rPr noProof="1" lang="ja"/>
              <a:t>OSS itself does not generate profit</a:t>
            </a:r>
            <a:endParaRPr/>
          </a:p>
          <a:p>
            <a:pPr lvl="0" indent="-298450" rtl="0" marL="457200" algn="l">
              <a:lnSpc>
                <a:spcPct val="115000"/>
              </a:lnSpc>
              <a:spcBef>
                <a:spcPts val="0"/>
              </a:spcBef>
              <a:spcAft>
                <a:spcPts val="0"/>
              </a:spcAft>
              <a:buClr>
                <a:schemeClr val="dk1"/>
              </a:buClr>
              <a:buSzPts val="1100"/>
              <a:buChar char="●"/>
            </a:pPr>
            <a:r>
              <a:rPr noProof="1" lang="ja"/>
              <a:t>Profit is generated through OSS utilization</a:t>
            </a:r>
            <a:endParaRPr/>
          </a:p>
          <a:p>
            <a:pPr lvl="0" indent="-298450" rtl="0" marL="457200" algn="l">
              <a:lnSpc>
                <a:spcPct val="115000"/>
              </a:lnSpc>
              <a:spcBef>
                <a:spcPts val="0"/>
              </a:spcBef>
              <a:spcAft>
                <a:spcPts val="0"/>
              </a:spcAft>
              <a:buClr>
                <a:schemeClr val="dk1"/>
              </a:buClr>
              <a:buSzPts val="1100"/>
              <a:buChar char="●"/>
            </a:pPr>
            <a:r>
              <a:rPr noProof="1" lang="ja"/>
              <a:t>Businesses near and far from OSS</a:t>
            </a:r>
            <a:endParaRPr/>
          </a:p>
          <a:p>
            <a:pPr lvl="0" indent="-298450" rtl="0" marL="457200" algn="l">
              <a:lnSpc>
                <a:spcPct val="115000"/>
              </a:lnSpc>
              <a:spcBef>
                <a:spcPts val="0"/>
              </a:spcBef>
              <a:spcAft>
                <a:spcPts val="0"/>
              </a:spcAft>
              <a:buClr>
                <a:schemeClr val="dk1"/>
              </a:buClr>
              <a:buSzPts val="1100"/>
              <a:buChar char="●"/>
            </a:pPr>
            <a:r>
              <a:rPr noProof="1" lang="ja"/>
              <a:t>Think about the relationship between them,</a:t>
            </a:r>
            <a:endParaRPr/>
          </a:p>
          <a:p>
            <a:pPr lvl="0" indent="-298450" rtl="0" marL="457200" algn="l">
              <a:lnSpc>
                <a:spcPct val="115000"/>
              </a:lnSpc>
              <a:spcBef>
                <a:spcPts val="0"/>
              </a:spcBef>
              <a:spcAft>
                <a:spcPts val="0"/>
              </a:spcAft>
              <a:buClr>
                <a:schemeClr val="dk1"/>
              </a:buClr>
              <a:buSzPts val="1100"/>
              <a:buChar char="●"/>
            </a:pPr>
            <a:r>
              <a:rPr noProof="1" lang="ja"/>
              <a:t>and discuss issues</a:t>
            </a:r>
            <a:endParaRPr/>
          </a:p>
          <a:p>
            <a:pPr lvl="0" indent="-298450" rtl="0" marL="457200" algn="l">
              <a:lnSpc>
                <a:spcPct val="115000"/>
              </a:lnSpc>
              <a:spcBef>
                <a:spcPts val="0"/>
              </a:spcBef>
              <a:spcAft>
                <a:spcPts val="0"/>
              </a:spcAft>
              <a:buClr>
                <a:schemeClr val="dk1"/>
              </a:buClr>
              <a:buSzPts val="1100"/>
              <a:buChar char="●"/>
            </a:pPr>
            <a:r>
              <a:rPr noProof="1" lang="ja"/>
              <a:t>do not focus on discussion about internal rules, process samples related with OSS in company, OSPO KPI, etc.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71" id="171"/>
        <p:cNvGrpSpPr/>
        <p:nvPr/>
      </p:nvGrpSpPr>
      <p:grpSpPr>
        <a:xfrm>
          <a:off x="0" y="0"/>
          <a:ext cx="0" cy="0"/>
          <a:chOff x="0" y="0"/>
          <a:chExt cx="0" cy="0"/>
        </a:xfrm>
      </p:grpSpPr>
      <p:sp>
        <p:nvSpPr>
          <p:cNvPr name="Google Shape;172;g3a35b4835f3_3_11:notes" id="17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73;g3a35b4835f3_3_11:notes" id="17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77" id="177"/>
        <p:cNvGrpSpPr/>
        <p:nvPr/>
      </p:nvGrpSpPr>
      <p:grpSpPr>
        <a:xfrm>
          <a:off x="0" y="0"/>
          <a:ext cx="0" cy="0"/>
          <a:chOff x="0" y="0"/>
          <a:chExt cx="0" cy="0"/>
        </a:xfrm>
      </p:grpSpPr>
      <p:sp>
        <p:nvSpPr>
          <p:cNvPr name="Google Shape;178;g3a35b4835f3_3_16:notes" id="17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79;g3a35b4835f3_3_16:notes" id="17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83" id="183"/>
        <p:cNvGrpSpPr/>
        <p:nvPr/>
      </p:nvGrpSpPr>
      <p:grpSpPr>
        <a:xfrm>
          <a:off x="0" y="0"/>
          <a:ext cx="0" cy="0"/>
          <a:chOff x="0" y="0"/>
          <a:chExt cx="0" cy="0"/>
        </a:xfrm>
      </p:grpSpPr>
      <p:sp>
        <p:nvSpPr>
          <p:cNvPr name="Google Shape;184;g3a35b4835f3_3_21:notes" id="18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85;g3a35b4835f3_3_21:notes" id="18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90" id="190"/>
        <p:cNvGrpSpPr/>
        <p:nvPr/>
      </p:nvGrpSpPr>
      <p:grpSpPr>
        <a:xfrm>
          <a:off x="0" y="0"/>
          <a:ext cx="0" cy="0"/>
          <a:chOff x="0" y="0"/>
          <a:chExt cx="0" cy="0"/>
        </a:xfrm>
      </p:grpSpPr>
      <p:sp>
        <p:nvSpPr>
          <p:cNvPr name="Google Shape;191;g3a35b4835f3_3_91:notes" id="191"/>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92;g3a35b4835f3_3_91:notes" id="192"/>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97" id="197"/>
        <p:cNvGrpSpPr/>
        <p:nvPr/>
      </p:nvGrpSpPr>
      <p:grpSpPr>
        <a:xfrm>
          <a:off x="0" y="0"/>
          <a:ext cx="0" cy="0"/>
          <a:chOff x="0" y="0"/>
          <a:chExt cx="0" cy="0"/>
        </a:xfrm>
      </p:grpSpPr>
      <p:sp>
        <p:nvSpPr>
          <p:cNvPr name="Google Shape;198;g3a35b4835f3_3_26:notes" id="19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99;g3a35b4835f3_3_26:notes" id="19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03" id="203"/>
        <p:cNvGrpSpPr/>
        <p:nvPr/>
      </p:nvGrpSpPr>
      <p:grpSpPr>
        <a:xfrm>
          <a:off x="0" y="0"/>
          <a:ext cx="0" cy="0"/>
          <a:chOff x="0" y="0"/>
          <a:chExt cx="0" cy="0"/>
        </a:xfrm>
      </p:grpSpPr>
      <p:sp>
        <p:nvSpPr>
          <p:cNvPr name="Google Shape;204;g3a35b4835f3_3_31:notes" id="20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05;g3a35b4835f3_3_31:notes" id="20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09" id="209"/>
        <p:cNvGrpSpPr/>
        <p:nvPr/>
      </p:nvGrpSpPr>
      <p:grpSpPr>
        <a:xfrm>
          <a:off x="0" y="0"/>
          <a:ext cx="0" cy="0"/>
          <a:chOff x="0" y="0"/>
          <a:chExt cx="0" cy="0"/>
        </a:xfrm>
      </p:grpSpPr>
      <p:sp>
        <p:nvSpPr>
          <p:cNvPr name="Google Shape;210;g32482b2db4b_0_1:notes" id="21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11;g32482b2db4b_0_1:notes" id="21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14" id="214"/>
        <p:cNvGrpSpPr/>
        <p:nvPr/>
      </p:nvGrpSpPr>
      <p:grpSpPr>
        <a:xfrm>
          <a:off x="0" y="0"/>
          <a:ext cx="0" cy="0"/>
          <a:chOff x="0" y="0"/>
          <a:chExt cx="0" cy="0"/>
        </a:xfrm>
      </p:grpSpPr>
      <p:sp>
        <p:nvSpPr>
          <p:cNvPr name="Google Shape;215;g32482b2db4b_0_5:notes" id="215"/>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16;g32482b2db4b_0_5:notes" id="216"/>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20" id="220"/>
        <p:cNvGrpSpPr/>
        <p:nvPr/>
      </p:nvGrpSpPr>
      <p:grpSpPr>
        <a:xfrm>
          <a:off x="0" y="0"/>
          <a:ext cx="0" cy="0"/>
          <a:chOff x="0" y="0"/>
          <a:chExt cx="0" cy="0"/>
        </a:xfrm>
      </p:grpSpPr>
      <p:sp>
        <p:nvSpPr>
          <p:cNvPr name="Google Shape;221;g32482b2db4b_0_10:notes" id="221"/>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22;g32482b2db4b_0_10:notes" id="222"/>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26" id="226"/>
        <p:cNvGrpSpPr/>
        <p:nvPr/>
      </p:nvGrpSpPr>
      <p:grpSpPr>
        <a:xfrm>
          <a:off x="0" y="0"/>
          <a:ext cx="0" cy="0"/>
          <a:chOff x="0" y="0"/>
          <a:chExt cx="0" cy="0"/>
        </a:xfrm>
      </p:grpSpPr>
      <p:sp>
        <p:nvSpPr>
          <p:cNvPr name="Google Shape;227;g32482b2db4b_0_15:notes" id="22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28;g32482b2db4b_0_15:notes" id="22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37" id="237"/>
        <p:cNvGrpSpPr/>
        <p:nvPr/>
      </p:nvGrpSpPr>
      <p:grpSpPr>
        <a:xfrm>
          <a:off x="0" y="0"/>
          <a:ext cx="0" cy="0"/>
          <a:chOff x="0" y="0"/>
          <a:chExt cx="0" cy="0"/>
        </a:xfrm>
      </p:grpSpPr>
      <p:sp>
        <p:nvSpPr>
          <p:cNvPr name="Google Shape;238;g32482b2db4b_0_25:notes" id="23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39;g32482b2db4b_0_25:notes" id="23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45" id="245"/>
        <p:cNvGrpSpPr/>
        <p:nvPr/>
      </p:nvGrpSpPr>
      <p:grpSpPr>
        <a:xfrm>
          <a:off x="0" y="0"/>
          <a:ext cx="0" cy="0"/>
          <a:chOff x="0" y="0"/>
          <a:chExt cx="0" cy="0"/>
        </a:xfrm>
      </p:grpSpPr>
      <p:sp>
        <p:nvSpPr>
          <p:cNvPr name="Google Shape;246;g32482b2db4b_0_32:notes" id="24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47;g32482b2db4b_0_32:notes" id="24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51" id="251"/>
        <p:cNvGrpSpPr/>
        <p:nvPr/>
      </p:nvGrpSpPr>
      <p:grpSpPr>
        <a:xfrm>
          <a:off x="0" y="0"/>
          <a:ext cx="0" cy="0"/>
          <a:chOff x="0" y="0"/>
          <a:chExt cx="0" cy="0"/>
        </a:xfrm>
      </p:grpSpPr>
      <p:sp>
        <p:nvSpPr>
          <p:cNvPr name="Google Shape;252;g32482b2db4b_0_37:notes" id="25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53;g32482b2db4b_0_37:notes" id="25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56" id="256"/>
        <p:cNvGrpSpPr/>
        <p:nvPr/>
      </p:nvGrpSpPr>
      <p:grpSpPr>
        <a:xfrm>
          <a:off x="0" y="0"/>
          <a:ext cx="0" cy="0"/>
          <a:chOff x="0" y="0"/>
          <a:chExt cx="0" cy="0"/>
        </a:xfrm>
      </p:grpSpPr>
      <p:sp>
        <p:nvSpPr>
          <p:cNvPr name="Google Shape;257;g32482b2db4b_0_41:notes" id="25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58;g32482b2db4b_0_41:notes" id="25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63" id="263"/>
        <p:cNvGrpSpPr/>
        <p:nvPr/>
      </p:nvGrpSpPr>
      <p:grpSpPr>
        <a:xfrm>
          <a:off x="0" y="0"/>
          <a:ext cx="0" cy="0"/>
          <a:chOff x="0" y="0"/>
          <a:chExt cx="0" cy="0"/>
        </a:xfrm>
      </p:grpSpPr>
      <p:sp>
        <p:nvSpPr>
          <p:cNvPr name="Google Shape;264;g32482b2db4b_0_47:notes" id="26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65;g32482b2db4b_0_47:notes" id="26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69" id="269"/>
        <p:cNvGrpSpPr/>
        <p:nvPr/>
      </p:nvGrpSpPr>
      <p:grpSpPr>
        <a:xfrm>
          <a:off x="0" y="0"/>
          <a:ext cx="0" cy="0"/>
          <a:chOff x="0" y="0"/>
          <a:chExt cx="0" cy="0"/>
        </a:xfrm>
      </p:grpSpPr>
      <p:sp>
        <p:nvSpPr>
          <p:cNvPr name="Google Shape;270;g32482b2db4b_0_52:notes" id="27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71;g32482b2db4b_0_52:notes" id="27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75" id="275"/>
        <p:cNvGrpSpPr/>
        <p:nvPr/>
      </p:nvGrpSpPr>
      <p:grpSpPr>
        <a:xfrm>
          <a:off x="0" y="0"/>
          <a:ext cx="0" cy="0"/>
          <a:chOff x="0" y="0"/>
          <a:chExt cx="0" cy="0"/>
        </a:xfrm>
      </p:grpSpPr>
      <p:sp>
        <p:nvSpPr>
          <p:cNvPr name="Google Shape;276;g32482b2db4b_0_57:notes" id="27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77;g32482b2db4b_0_57:notes" id="27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81" id="281"/>
        <p:cNvGrpSpPr/>
        <p:nvPr/>
      </p:nvGrpSpPr>
      <p:grpSpPr>
        <a:xfrm>
          <a:off x="0" y="0"/>
          <a:ext cx="0" cy="0"/>
          <a:chOff x="0" y="0"/>
          <a:chExt cx="0" cy="0"/>
        </a:xfrm>
      </p:grpSpPr>
      <p:sp>
        <p:nvSpPr>
          <p:cNvPr name="Google Shape;282;g32482b2db4b_0_62:notes" id="28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83;g32482b2db4b_0_62:notes" id="28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86" id="286"/>
        <p:cNvGrpSpPr/>
        <p:nvPr/>
      </p:nvGrpSpPr>
      <p:grpSpPr>
        <a:xfrm>
          <a:off x="0" y="0"/>
          <a:ext cx="0" cy="0"/>
          <a:chOff x="0" y="0"/>
          <a:chExt cx="0" cy="0"/>
        </a:xfrm>
      </p:grpSpPr>
      <p:sp>
        <p:nvSpPr>
          <p:cNvPr name="Google Shape;287;g32482b2db4b_0_66:notes" id="28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88;g32482b2db4b_0_66:notes" id="28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92" id="292"/>
        <p:cNvGrpSpPr/>
        <p:nvPr/>
      </p:nvGrpSpPr>
      <p:grpSpPr>
        <a:xfrm>
          <a:off x="0" y="0"/>
          <a:ext cx="0" cy="0"/>
          <a:chOff x="0" y="0"/>
          <a:chExt cx="0" cy="0"/>
        </a:xfrm>
      </p:grpSpPr>
      <p:sp>
        <p:nvSpPr>
          <p:cNvPr name="Google Shape;293;g32482b2db4b_0_71:notes" id="29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94;g32482b2db4b_0_71:notes" id="294"/>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98" id="298"/>
        <p:cNvGrpSpPr/>
        <p:nvPr/>
      </p:nvGrpSpPr>
      <p:grpSpPr>
        <a:xfrm>
          <a:off x="0" y="0"/>
          <a:ext cx="0" cy="0"/>
          <a:chOff x="0" y="0"/>
          <a:chExt cx="0" cy="0"/>
        </a:xfrm>
      </p:grpSpPr>
      <p:sp>
        <p:nvSpPr>
          <p:cNvPr name="Google Shape;299;g32482b2db4b_0_76:notes" id="29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00;g32482b2db4b_0_76:notes" id="30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03" id="303"/>
        <p:cNvGrpSpPr/>
        <p:nvPr/>
      </p:nvGrpSpPr>
      <p:grpSpPr>
        <a:xfrm>
          <a:off x="0" y="0"/>
          <a:ext cx="0" cy="0"/>
          <a:chOff x="0" y="0"/>
          <a:chExt cx="0" cy="0"/>
        </a:xfrm>
      </p:grpSpPr>
      <p:sp>
        <p:nvSpPr>
          <p:cNvPr name="Google Shape;304;g32482b2db4b_0_80:notes" id="30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05;g32482b2db4b_0_80:notes" id="30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09" id="309"/>
        <p:cNvGrpSpPr/>
        <p:nvPr/>
      </p:nvGrpSpPr>
      <p:grpSpPr>
        <a:xfrm>
          <a:off x="0" y="0"/>
          <a:ext cx="0" cy="0"/>
          <a:chOff x="0" y="0"/>
          <a:chExt cx="0" cy="0"/>
        </a:xfrm>
      </p:grpSpPr>
      <p:sp>
        <p:nvSpPr>
          <p:cNvPr name="Google Shape;310;g32482b2db4b_0_85:notes" id="31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11;g32482b2db4b_0_85:notes" id="31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15" id="315"/>
        <p:cNvGrpSpPr/>
        <p:nvPr/>
      </p:nvGrpSpPr>
      <p:grpSpPr>
        <a:xfrm>
          <a:off x="0" y="0"/>
          <a:ext cx="0" cy="0"/>
          <a:chOff x="0" y="0"/>
          <a:chExt cx="0" cy="0"/>
        </a:xfrm>
      </p:grpSpPr>
      <p:sp>
        <p:nvSpPr>
          <p:cNvPr name="Google Shape;316;g32482b2db4b_0_90:notes" id="31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17;g32482b2db4b_0_90:notes" id="31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21" id="321"/>
        <p:cNvGrpSpPr/>
        <p:nvPr/>
      </p:nvGrpSpPr>
      <p:grpSpPr>
        <a:xfrm>
          <a:off x="0" y="0"/>
          <a:ext cx="0" cy="0"/>
          <a:chOff x="0" y="0"/>
          <a:chExt cx="0" cy="0"/>
        </a:xfrm>
      </p:grpSpPr>
      <p:sp>
        <p:nvSpPr>
          <p:cNvPr name="Google Shape;322;g32482b2db4b_0_95:notes" id="32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23;g32482b2db4b_0_95:notes" id="32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28" id="328"/>
        <p:cNvGrpSpPr/>
        <p:nvPr/>
      </p:nvGrpSpPr>
      <p:grpSpPr>
        <a:xfrm>
          <a:off x="0" y="0"/>
          <a:ext cx="0" cy="0"/>
          <a:chOff x="0" y="0"/>
          <a:chExt cx="0" cy="0"/>
        </a:xfrm>
      </p:grpSpPr>
      <p:sp>
        <p:nvSpPr>
          <p:cNvPr name="Google Shape;329;g2fc8700518d_1_0:notes" id="32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30;g2fc8700518d_1_0:notes" id="33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SzPts val="1100"/>
              <a:buChar char="●"/>
            </a:pPr>
            <a:r>
              <a:rPr noProof="1" lang="ja"/>
              <a:t>Discussing the weight of each contribution activity items and its impact per each persona company.</a:t>
            </a:r>
            <a:endParaRPr/>
          </a:p>
          <a:p>
            <a:pPr lvl="0" indent="-298450" rtl="0" marL="457200" algn="l">
              <a:lnSpc>
                <a:spcPct val="115000"/>
              </a:lnSpc>
              <a:spcBef>
                <a:spcPts val="0"/>
              </a:spcBef>
              <a:spcAft>
                <a:spcPts val="0"/>
              </a:spcAft>
              <a:buSzPts val="1100"/>
              <a:buChar char="●"/>
            </a:pPr>
            <a:r>
              <a:rPr noProof="1" lang="ja"/>
              <a:t>Please join us!</a:t>
            </a:r>
            <a:endParaRPr/>
          </a:p>
          <a:p>
            <a:pPr lvl="0" indent="0" rtl="0" marL="0" algn="l">
              <a:spcBef>
                <a:spcPts val="1200"/>
              </a:spcBef>
              <a:spcAft>
                <a:spcPts val="0"/>
              </a:spcAft>
              <a:buNone/>
            </a:pPr>
            <a:r>
              <a:t>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35" id="335"/>
        <p:cNvGrpSpPr/>
        <p:nvPr/>
      </p:nvGrpSpPr>
      <p:grpSpPr>
        <a:xfrm>
          <a:off x="0" y="0"/>
          <a:ext cx="0" cy="0"/>
          <a:chOff x="0" y="0"/>
          <a:chExt cx="0" cy="0"/>
        </a:xfrm>
      </p:grpSpPr>
      <p:sp>
        <p:nvSpPr>
          <p:cNvPr name="Google Shape;336;g3a35b4835f3_3_83:notes" id="33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37;g3a35b4835f3_3_83:notes" id="33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42" id="342"/>
        <p:cNvGrpSpPr/>
        <p:nvPr/>
      </p:nvGrpSpPr>
      <p:grpSpPr>
        <a:xfrm>
          <a:off x="0" y="0"/>
          <a:ext cx="0" cy="0"/>
          <a:chOff x="0" y="0"/>
          <a:chExt cx="0" cy="0"/>
        </a:xfrm>
      </p:grpSpPr>
      <p:sp>
        <p:nvSpPr>
          <p:cNvPr name="Google Shape;343;g38af0dee4b5_1_0:notes" id="34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44;g38af0dee4b5_1_0:notes" id="344"/>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49" id="349"/>
        <p:cNvGrpSpPr/>
        <p:nvPr/>
      </p:nvGrpSpPr>
      <p:grpSpPr>
        <a:xfrm>
          <a:off x="0" y="0"/>
          <a:ext cx="0" cy="0"/>
          <a:chOff x="0" y="0"/>
          <a:chExt cx="0" cy="0"/>
        </a:xfrm>
      </p:grpSpPr>
      <p:sp>
        <p:nvSpPr>
          <p:cNvPr name="Google Shape;350;g3b1e0abd0f8_2_0:notes" id="35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51;g3b1e0abd0f8_2_0:notes" id="35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56" id="356"/>
        <p:cNvGrpSpPr/>
        <p:nvPr/>
      </p:nvGrpSpPr>
      <p:grpSpPr>
        <a:xfrm>
          <a:off x="0" y="0"/>
          <a:ext cx="0" cy="0"/>
          <a:chOff x="0" y="0"/>
          <a:chExt cx="0" cy="0"/>
        </a:xfrm>
      </p:grpSpPr>
      <p:sp>
        <p:nvSpPr>
          <p:cNvPr name="Google Shape;357;g37e40de7646_0_12:notes" id="35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58;g37e40de7646_0_12:notes" id="35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63" id="363"/>
        <p:cNvGrpSpPr/>
        <p:nvPr/>
      </p:nvGrpSpPr>
      <p:grpSpPr>
        <a:xfrm>
          <a:off x="0" y="0"/>
          <a:ext cx="0" cy="0"/>
          <a:chOff x="0" y="0"/>
          <a:chExt cx="0" cy="0"/>
        </a:xfrm>
      </p:grpSpPr>
      <p:sp>
        <p:nvSpPr>
          <p:cNvPr name="Google Shape;364;g365d640405e_0_0:notes" id="36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65;g365d640405e_0_0:notes" id="36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70" id="370"/>
        <p:cNvGrpSpPr/>
        <p:nvPr/>
      </p:nvGrpSpPr>
      <p:grpSpPr>
        <a:xfrm>
          <a:off x="0" y="0"/>
          <a:ext cx="0" cy="0"/>
          <a:chOff x="0" y="0"/>
          <a:chExt cx="0" cy="0"/>
        </a:xfrm>
      </p:grpSpPr>
      <p:sp>
        <p:nvSpPr>
          <p:cNvPr name="Google Shape;371;g37e40de7646_0_6:notes" id="371"/>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72;g37e40de7646_0_6:notes" id="372"/>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77" id="377"/>
        <p:cNvGrpSpPr/>
        <p:nvPr/>
      </p:nvGrpSpPr>
      <p:grpSpPr>
        <a:xfrm>
          <a:off x="0" y="0"/>
          <a:ext cx="0" cy="0"/>
          <a:chOff x="0" y="0"/>
          <a:chExt cx="0" cy="0"/>
        </a:xfrm>
      </p:grpSpPr>
      <p:sp>
        <p:nvSpPr>
          <p:cNvPr name="Google Shape;378;g3565807b9dd_0_6:notes" id="37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79;g3565807b9dd_0_6:notes" id="37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84" id="384"/>
        <p:cNvGrpSpPr/>
        <p:nvPr/>
      </p:nvGrpSpPr>
      <p:grpSpPr>
        <a:xfrm>
          <a:off x="0" y="0"/>
          <a:ext cx="0" cy="0"/>
          <a:chOff x="0" y="0"/>
          <a:chExt cx="0" cy="0"/>
        </a:xfrm>
      </p:grpSpPr>
      <p:sp>
        <p:nvSpPr>
          <p:cNvPr name="Google Shape;385;g3565807b9dd_0_0:notes" id="385"/>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86;g3565807b9dd_0_0:notes" id="386"/>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91" id="391"/>
        <p:cNvGrpSpPr/>
        <p:nvPr/>
      </p:nvGrpSpPr>
      <p:grpSpPr>
        <a:xfrm>
          <a:off x="0" y="0"/>
          <a:ext cx="0" cy="0"/>
          <a:chOff x="0" y="0"/>
          <a:chExt cx="0" cy="0"/>
        </a:xfrm>
      </p:grpSpPr>
      <p:sp>
        <p:nvSpPr>
          <p:cNvPr name="Google Shape;392;g34aea7a4d05_1_0:notes" id="39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93;g34aea7a4d05_1_0:notes" id="39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98" id="398"/>
        <p:cNvGrpSpPr/>
        <p:nvPr/>
      </p:nvGrpSpPr>
      <p:grpSpPr>
        <a:xfrm>
          <a:off x="0" y="0"/>
          <a:ext cx="0" cy="0"/>
          <a:chOff x="0" y="0"/>
          <a:chExt cx="0" cy="0"/>
        </a:xfrm>
      </p:grpSpPr>
      <p:sp>
        <p:nvSpPr>
          <p:cNvPr name="Google Shape;399;g34aea7a4d05_1_5:notes" id="39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00;g34aea7a4d05_1_5:notes" id="40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05" id="405"/>
        <p:cNvGrpSpPr/>
        <p:nvPr/>
      </p:nvGrpSpPr>
      <p:grpSpPr>
        <a:xfrm>
          <a:off x="0" y="0"/>
          <a:ext cx="0" cy="0"/>
          <a:chOff x="0" y="0"/>
          <a:chExt cx="0" cy="0"/>
        </a:xfrm>
      </p:grpSpPr>
      <p:sp>
        <p:nvSpPr>
          <p:cNvPr name="Google Shape;406;g264248ac5ed2d8aa_0:notes" id="40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07;g264248ac5ed2d8aa_0:notes" id="40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12" id="412"/>
        <p:cNvGrpSpPr/>
        <p:nvPr/>
      </p:nvGrpSpPr>
      <p:grpSpPr>
        <a:xfrm>
          <a:off x="0" y="0"/>
          <a:ext cx="0" cy="0"/>
          <a:chOff x="0" y="0"/>
          <a:chExt cx="0" cy="0"/>
        </a:xfrm>
      </p:grpSpPr>
      <p:sp>
        <p:nvSpPr>
          <p:cNvPr name="Google Shape;413;g340815d9783_0_0:notes" id="41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14;g340815d9783_0_0:notes" id="414"/>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19" id="419"/>
        <p:cNvGrpSpPr/>
        <p:nvPr/>
      </p:nvGrpSpPr>
      <p:grpSpPr>
        <a:xfrm>
          <a:off x="0" y="0"/>
          <a:ext cx="0" cy="0"/>
          <a:chOff x="0" y="0"/>
          <a:chExt cx="0" cy="0"/>
        </a:xfrm>
      </p:grpSpPr>
      <p:sp>
        <p:nvSpPr>
          <p:cNvPr name="Google Shape;420;g264248ac5ed2d8aa_5:notes" id="42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21;g264248ac5ed2d8aa_5:notes" id="42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26" id="426"/>
        <p:cNvGrpSpPr/>
        <p:nvPr/>
      </p:nvGrpSpPr>
      <p:grpSpPr>
        <a:xfrm>
          <a:off x="0" y="0"/>
          <a:ext cx="0" cy="0"/>
          <a:chOff x="0" y="0"/>
          <a:chExt cx="0" cy="0"/>
        </a:xfrm>
      </p:grpSpPr>
      <p:sp>
        <p:nvSpPr>
          <p:cNvPr name="Google Shape;427;g264248ac5ed2d8aa_10:notes" id="42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28;g264248ac5ed2d8aa_10:notes" id="42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33" id="433"/>
        <p:cNvGrpSpPr/>
        <p:nvPr/>
      </p:nvGrpSpPr>
      <p:grpSpPr>
        <a:xfrm>
          <a:off x="0" y="0"/>
          <a:ext cx="0" cy="0"/>
          <a:chOff x="0" y="0"/>
          <a:chExt cx="0" cy="0"/>
        </a:xfrm>
      </p:grpSpPr>
      <p:sp>
        <p:nvSpPr>
          <p:cNvPr name="Google Shape;434;g323e9bd2b8d_0_0:notes" id="43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35;g323e9bd2b8d_0_0:notes" id="43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39" id="439"/>
        <p:cNvGrpSpPr/>
        <p:nvPr/>
      </p:nvGrpSpPr>
      <p:grpSpPr>
        <a:xfrm>
          <a:off x="0" y="0"/>
          <a:ext cx="0" cy="0"/>
          <a:chOff x="0" y="0"/>
          <a:chExt cx="0" cy="0"/>
        </a:xfrm>
      </p:grpSpPr>
      <p:sp>
        <p:nvSpPr>
          <p:cNvPr name="Google Shape;440;g334be9f95c5_1_5:notes" id="44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41;g334be9f95c5_1_5:notes" id="44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45" id="445"/>
        <p:cNvGrpSpPr/>
        <p:nvPr/>
      </p:nvGrpSpPr>
      <p:grpSpPr>
        <a:xfrm>
          <a:off x="0" y="0"/>
          <a:ext cx="0" cy="0"/>
          <a:chOff x="0" y="0"/>
          <a:chExt cx="0" cy="0"/>
        </a:xfrm>
      </p:grpSpPr>
      <p:sp>
        <p:nvSpPr>
          <p:cNvPr name="Google Shape;446;g334be9f95c5_1_10:notes" id="44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47;g334be9f95c5_1_10:notes" id="44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51" id="451"/>
        <p:cNvGrpSpPr/>
        <p:nvPr/>
      </p:nvGrpSpPr>
      <p:grpSpPr>
        <a:xfrm>
          <a:off x="0" y="0"/>
          <a:ext cx="0" cy="0"/>
          <a:chOff x="0" y="0"/>
          <a:chExt cx="0" cy="0"/>
        </a:xfrm>
      </p:grpSpPr>
      <p:sp>
        <p:nvSpPr>
          <p:cNvPr name="Google Shape;452;g334be9f95c5_1_0:notes" id="45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53;g334be9f95c5_1_0:notes" id="45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57" id="457"/>
        <p:cNvGrpSpPr/>
        <p:nvPr/>
      </p:nvGrpSpPr>
      <p:grpSpPr>
        <a:xfrm>
          <a:off x="0" y="0"/>
          <a:ext cx="0" cy="0"/>
          <a:chOff x="0" y="0"/>
          <a:chExt cx="0" cy="0"/>
        </a:xfrm>
      </p:grpSpPr>
      <p:sp>
        <p:nvSpPr>
          <p:cNvPr name="Google Shape;458;g2ffcbfe9442_0_6:notes" id="45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59;g2ffcbfe9442_0_6:notes" id="45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63" id="463"/>
        <p:cNvGrpSpPr/>
        <p:nvPr/>
      </p:nvGrpSpPr>
      <p:grpSpPr>
        <a:xfrm>
          <a:off x="0" y="0"/>
          <a:ext cx="0" cy="0"/>
          <a:chOff x="0" y="0"/>
          <a:chExt cx="0" cy="0"/>
        </a:xfrm>
      </p:grpSpPr>
      <p:sp>
        <p:nvSpPr>
          <p:cNvPr name="Google Shape;464;g2ffcbfe9442_0_25:notes" id="46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65;g2ffcbfe9442_0_25:notes" id="46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69" id="469"/>
        <p:cNvGrpSpPr/>
        <p:nvPr/>
      </p:nvGrpSpPr>
      <p:grpSpPr>
        <a:xfrm>
          <a:off x="0" y="0"/>
          <a:ext cx="0" cy="0"/>
          <a:chOff x="0" y="0"/>
          <a:chExt cx="0" cy="0"/>
        </a:xfrm>
      </p:grpSpPr>
      <p:sp>
        <p:nvSpPr>
          <p:cNvPr name="Google Shape;470;g2eba2b6840c_0_4:notes" id="47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71;g2eba2b6840c_0_4:notes" id="47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75" id="475"/>
        <p:cNvGrpSpPr/>
        <p:nvPr/>
      </p:nvGrpSpPr>
      <p:grpSpPr>
        <a:xfrm>
          <a:off x="0" y="0"/>
          <a:ext cx="0" cy="0"/>
          <a:chOff x="0" y="0"/>
          <a:chExt cx="0" cy="0"/>
        </a:xfrm>
      </p:grpSpPr>
      <p:sp>
        <p:nvSpPr>
          <p:cNvPr name="Google Shape;476;g2f17e4363b7_0_16:notes" id="47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77;g2f17e4363b7_0_16:notes" id="47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81" id="481"/>
        <p:cNvGrpSpPr/>
        <p:nvPr/>
      </p:nvGrpSpPr>
      <p:grpSpPr>
        <a:xfrm>
          <a:off x="0" y="0"/>
          <a:ext cx="0" cy="0"/>
          <a:chOff x="0" y="0"/>
          <a:chExt cx="0" cy="0"/>
        </a:xfrm>
      </p:grpSpPr>
      <p:sp>
        <p:nvSpPr>
          <p:cNvPr name="Google Shape;482;g2ebb5a9d65e_0_0:notes" id="48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83;g2ebb5a9d65e_0_0:notes" id="48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87" id="487"/>
        <p:cNvGrpSpPr/>
        <p:nvPr/>
      </p:nvGrpSpPr>
      <p:grpSpPr>
        <a:xfrm>
          <a:off x="0" y="0"/>
          <a:ext cx="0" cy="0"/>
          <a:chOff x="0" y="0"/>
          <a:chExt cx="0" cy="0"/>
        </a:xfrm>
      </p:grpSpPr>
      <p:sp>
        <p:nvSpPr>
          <p:cNvPr name="Google Shape;488;g2f17e4363b7_0_0:notes" id="48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89;g2f17e4363b7_0_0:notes" id="48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93" id="493"/>
        <p:cNvGrpSpPr/>
        <p:nvPr/>
      </p:nvGrpSpPr>
      <p:grpSpPr>
        <a:xfrm>
          <a:off x="0" y="0"/>
          <a:ext cx="0" cy="0"/>
          <a:chOff x="0" y="0"/>
          <a:chExt cx="0" cy="0"/>
        </a:xfrm>
      </p:grpSpPr>
      <p:sp>
        <p:nvSpPr>
          <p:cNvPr name="Google Shape;494;g2ffcbfe9442_0_1:notes" id="49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95;g2ffcbfe9442_0_1:notes" id="49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99" id="499"/>
        <p:cNvGrpSpPr/>
        <p:nvPr/>
      </p:nvGrpSpPr>
      <p:grpSpPr>
        <a:xfrm>
          <a:off x="0" y="0"/>
          <a:ext cx="0" cy="0"/>
          <a:chOff x="0" y="0"/>
          <a:chExt cx="0" cy="0"/>
        </a:xfrm>
      </p:grpSpPr>
      <p:sp>
        <p:nvSpPr>
          <p:cNvPr name="Google Shape;500;g2c312e1db90_0_150:notes" id="50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501;g2c312e1db90_0_150:notes" id="50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505" id="505"/>
        <p:cNvGrpSpPr/>
        <p:nvPr/>
      </p:nvGrpSpPr>
      <p:grpSpPr>
        <a:xfrm>
          <a:off x="0" y="0"/>
          <a:ext cx="0" cy="0"/>
          <a:chOff x="0" y="0"/>
          <a:chExt cx="0" cy="0"/>
        </a:xfrm>
      </p:grpSpPr>
      <p:sp>
        <p:nvSpPr>
          <p:cNvPr name="Google Shape;506;g2bde24da8e5_0_5:notes" id="50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507;g2bde24da8e5_0_5:notes" id="50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514" id="514"/>
        <p:cNvGrpSpPr/>
        <p:nvPr/>
      </p:nvGrpSpPr>
      <p:grpSpPr>
        <a:xfrm>
          <a:off x="0" y="0"/>
          <a:ext cx="0" cy="0"/>
          <a:chOff x="0" y="0"/>
          <a:chExt cx="0" cy="0"/>
        </a:xfrm>
      </p:grpSpPr>
      <p:sp>
        <p:nvSpPr>
          <p:cNvPr name="Google Shape;515;p:notes" id="515"/>
          <p:cNvSpPr/>
          <p:nvPr>
            <p:ph idx="2" type="sldImg"/>
          </p:nvPr>
        </p:nvSpPr>
        <p:spPr>
          <a:xfrm>
            <a:off x="381300" y="685800"/>
            <a:ext cx="6096075" cy="3429000"/>
          </a:xfrm>
          <a:custGeom>
            <a:rect b="b" r="r" t="t" l="l"/>
            <a:pathLst>
              <a:path extrusionOk="0" w="120000" h="120000">
                <a:moveTo>
                  <a:pt x="0" y="0"/>
                </a:moveTo>
                <a:lnTo>
                  <a:pt x="120000" y="0"/>
                </a:lnTo>
                <a:lnTo>
                  <a:pt x="120000" y="120000"/>
                </a:lnTo>
                <a:lnTo>
                  <a:pt x="0" y="120000"/>
                </a:lnTo>
                <a:close/>
              </a:path>
            </a:pathLst>
          </a:custGeom>
        </p:spPr>
      </p:sp>
      <p:sp>
        <p:nvSpPr>
          <p:cNvPr name="Google Shape;516;p:notes" id="516"/>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 Id="rId3" Type="http://schemas.openxmlformats.org/officeDocument/2006/relationships/image" Target="../media/image1.pn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 matchingName="Title slide">
  <p:cSld name="TITLE">
    <p:spTree>
      <p:nvGrpSpPr>
        <p:cNvPr name="Shape 9" id="9"/>
        <p:cNvGrpSpPr/>
        <p:nvPr/>
      </p:nvGrpSpPr>
      <p:grpSpPr>
        <a:xfrm>
          <a:off x="0" y="0"/>
          <a:ext cx="0" cy="0"/>
          <a:chOff x="0" y="0"/>
          <a:chExt cx="0" cy="0"/>
        </a:xfrm>
      </p:grpSpPr>
      <p:sp>
        <p:nvSpPr>
          <p:cNvPr name="Google Shape;10;p2" id="10"/>
          <p:cNvSpPr/>
          <p:nvPr/>
        </p:nvSpPr>
        <p:spPr>
          <a:xfrm>
            <a:off x="2744013" y="756700"/>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1;p2" id="11"/>
          <p:cNvSpPr/>
          <p:nvPr/>
        </p:nvSpPr>
        <p:spPr>
          <a:xfrm rot="10800000">
            <a:off x="5318350" y="3266725"/>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2;p2" id="12"/>
          <p:cNvSpPr txBox="1"/>
          <p:nvPr>
            <p:ph type="ctrTitle"/>
          </p:nvPr>
        </p:nvSpPr>
        <p:spPr>
          <a:xfrm>
            <a:off x="3044700" y="1444255"/>
            <a:ext cx="3054600" cy="1537200"/>
          </a:xfrm>
          <a:prstGeom prst="rect">
            <a:avLst/>
          </a:prstGeom>
        </p:spPr>
        <p:txBody>
          <a:bodyPr lIns="91425" bIns="91425" anchor="b" rIns="91425" anchorCtr="0" wrap="square" spcFirstLastPara="1"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name="Google Shape;13;p2" id="13"/>
          <p:cNvSpPr txBox="1"/>
          <p:nvPr>
            <p:ph idx="1" type="subTitle"/>
          </p:nvPr>
        </p:nvSpPr>
        <p:spPr>
          <a:xfrm>
            <a:off x="3044700" y="3116580"/>
            <a:ext cx="3054600" cy="701400"/>
          </a:xfrm>
          <a:prstGeom prst="rect">
            <a:avLst/>
          </a:prstGeom>
        </p:spPr>
        <p:txBody>
          <a:bodyPr lIns="91425" bIns="91425" anchor="t" rIns="91425" anchorCtr="0" wrap="square" spcFirstLastPara="1" tIns="91425">
            <a:normAutofit/>
          </a:bodyPr>
          <a:lstStyle>
            <a:lvl1pPr lvl="0" algn="ctr">
              <a:lnSpc>
                <a:spcPct val="100000"/>
              </a:lnSpc>
              <a:spcBef>
                <a:spcPts val="0"/>
              </a:spcBef>
              <a:spcAft>
                <a:spcPts val="0"/>
              </a:spcAft>
              <a:buSzPts val="2100"/>
              <a:buFont typeface="Economica"/>
              <a:buNone/>
              <a:defRPr sz="168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168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168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168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168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168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168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168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1680">
                <a:latin typeface="Economica"/>
                <a:ea typeface="Economica"/>
                <a:cs typeface="Economica"/>
                <a:sym typeface="Economica"/>
              </a:defRPr>
            </a:lvl9pPr>
          </a:lstStyle>
          <a:p/>
        </p:txBody>
      </p:sp>
      <p:sp>
        <p:nvSpPr>
          <p:cNvPr name="Google Shape;14;p2" id="14"/>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secHead" matchingName="Section header">
  <p:cSld name="SECTION_HEADER">
    <p:spTree>
      <p:nvGrpSpPr>
        <p:cNvPr name="Shape 15" id="15"/>
        <p:cNvGrpSpPr/>
        <p:nvPr/>
      </p:nvGrpSpPr>
      <p:grpSpPr>
        <a:xfrm>
          <a:off x="0" y="0"/>
          <a:ext cx="0" cy="0"/>
          <a:chOff x="0" y="0"/>
          <a:chExt cx="0" cy="0"/>
        </a:xfrm>
      </p:grpSpPr>
      <p:sp>
        <p:nvSpPr>
          <p:cNvPr name="Google Shape;16;p3" id="16"/>
          <p:cNvSpPr/>
          <p:nvPr/>
        </p:nvSpPr>
        <p:spPr>
          <a:xfrm flipH="1">
            <a:off x="7595938" y="460225"/>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7;p3" id="17"/>
          <p:cNvSpPr/>
          <p:nvPr/>
        </p:nvSpPr>
        <p:spPr>
          <a:xfrm rot="10800000" flipH="1">
            <a:off x="466425" y="3558325"/>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8;p3" id="18"/>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name="Google Shape;19;p3" id="19"/>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x" matchingName="Title and body">
  <p:cSld name="TITLE_AND_BODY">
    <p:spTree>
      <p:nvGrpSpPr>
        <p:cNvPr name="Shape 20" id="20"/>
        <p:cNvGrpSpPr/>
        <p:nvPr/>
      </p:nvGrpSpPr>
      <p:grpSpPr>
        <a:xfrm>
          <a:off x="0" y="0"/>
          <a:ext cx="0" cy="0"/>
          <a:chOff x="0" y="0"/>
          <a:chExt cx="0" cy="0"/>
        </a:xfrm>
      </p:grpSpPr>
      <p:sp>
        <p:nvSpPr>
          <p:cNvPr name="Google Shape;21;p4" id="21"/>
          <p:cNvSpPr/>
          <p:nvPr/>
        </p:nvSpPr>
        <p:spPr>
          <a:xfrm>
            <a:off x="0" y="5045700"/>
            <a:ext cx="9144000" cy="978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sp>
        <p:nvSpPr>
          <p:cNvPr name="Google Shape;22;p4" id="22"/>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name="Google Shape;23;p4" id="23"/>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lvl1pPr lvl="0" indent="-342900" marL="457200">
              <a:spcBef>
                <a:spcPts val="0"/>
              </a:spcBef>
              <a:spcAft>
                <a:spcPts val="0"/>
              </a:spcAft>
              <a:buSzPts val="1800"/>
              <a:buChar char="●"/>
              <a:defRPr/>
            </a:lvl1pPr>
            <a:lvl2pPr lvl="1" indent="-317500" marL="914400">
              <a:spcBef>
                <a:spcPts val="0"/>
              </a:spcBef>
              <a:spcAft>
                <a:spcPts val="0"/>
              </a:spcAft>
              <a:buSzPts val="1400"/>
              <a:buChar char="○"/>
              <a:defRPr/>
            </a:lvl2pPr>
            <a:lvl3pPr lvl="2" indent="-317500" marL="1371600">
              <a:spcBef>
                <a:spcPts val="0"/>
              </a:spcBef>
              <a:spcAft>
                <a:spcPts val="0"/>
              </a:spcAft>
              <a:buSzPts val="1400"/>
              <a:buChar char="■"/>
              <a:defRPr/>
            </a:lvl3pPr>
            <a:lvl4pPr lvl="3" indent="-317500" marL="1828800">
              <a:spcBef>
                <a:spcPts val="0"/>
              </a:spcBef>
              <a:spcAft>
                <a:spcPts val="0"/>
              </a:spcAft>
              <a:buSzPts val="1400"/>
              <a:buChar char="●"/>
              <a:defRPr/>
            </a:lvl4pPr>
            <a:lvl5pPr lvl="4" indent="-317500" marL="2286000">
              <a:spcBef>
                <a:spcPts val="0"/>
              </a:spcBef>
              <a:spcAft>
                <a:spcPts val="0"/>
              </a:spcAft>
              <a:buSzPts val="1400"/>
              <a:buChar char="○"/>
              <a:defRPr/>
            </a:lvl5pPr>
            <a:lvl6pPr lvl="5" indent="-317500" marL="2743200">
              <a:spcBef>
                <a:spcPts val="0"/>
              </a:spcBef>
              <a:spcAft>
                <a:spcPts val="0"/>
              </a:spcAft>
              <a:buSzPts val="1400"/>
              <a:buChar char="■"/>
              <a:defRPr/>
            </a:lvl6pPr>
            <a:lvl7pPr lvl="6" indent="-317500" marL="3200400">
              <a:spcBef>
                <a:spcPts val="0"/>
              </a:spcBef>
              <a:spcAft>
                <a:spcPts val="0"/>
              </a:spcAft>
              <a:buSzPts val="1400"/>
              <a:buChar char="●"/>
              <a:defRPr/>
            </a:lvl7pPr>
            <a:lvl8pPr lvl="7" indent="-317500" marL="3657600">
              <a:spcBef>
                <a:spcPts val="0"/>
              </a:spcBef>
              <a:spcAft>
                <a:spcPts val="0"/>
              </a:spcAft>
              <a:buSzPts val="1400"/>
              <a:buChar char="○"/>
              <a:defRPr/>
            </a:lvl8pPr>
            <a:lvl9pPr lvl="8" indent="-317500" marL="4114800">
              <a:spcBef>
                <a:spcPts val="0"/>
              </a:spcBef>
              <a:spcAft>
                <a:spcPts val="0"/>
              </a:spcAft>
              <a:buSzPts val="1400"/>
              <a:buChar char="■"/>
              <a:defRPr/>
            </a:lvl9pPr>
          </a:lstStyle>
          <a:p/>
        </p:txBody>
      </p:sp>
      <p:sp>
        <p:nvSpPr>
          <p:cNvPr name="Google Shape;24;p4" id="24"/>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woColTx" matchingName="Title and two columns">
  <p:cSld name="TITLE_AND_TWO_COLUMNS">
    <p:spTree>
      <p:nvGrpSpPr>
        <p:cNvPr name="Shape 25" id="25"/>
        <p:cNvGrpSpPr/>
        <p:nvPr/>
      </p:nvGrpSpPr>
      <p:grpSpPr>
        <a:xfrm>
          <a:off x="0" y="0"/>
          <a:ext cx="0" cy="0"/>
          <a:chOff x="0" y="0"/>
          <a:chExt cx="0" cy="0"/>
        </a:xfrm>
      </p:grpSpPr>
      <p:sp>
        <p:nvSpPr>
          <p:cNvPr name="Google Shape;26;p5" id="26"/>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name="Google Shape;27;p5" id="27"/>
          <p:cNvSpPr txBox="1"/>
          <p:nvPr>
            <p:ph idx="1" type="body"/>
          </p:nvPr>
        </p:nvSpPr>
        <p:spPr>
          <a:xfrm>
            <a:off x="311700" y="1225225"/>
            <a:ext cx="3999900" cy="3354000"/>
          </a:xfrm>
          <a:prstGeom prst="rect">
            <a:avLst/>
          </a:prstGeom>
        </p:spPr>
        <p:txBody>
          <a:bodyPr lIns="91425" bIns="91425" anchor="t" rIns="91425" anchorCtr="0" wrap="square" spcFirstLastPara="1" tIns="91425">
            <a:normAutofit/>
          </a:bodyPr>
          <a:lstStyle>
            <a:lvl1pPr lvl="0" indent="-317500" marL="457200">
              <a:spcBef>
                <a:spcPts val="0"/>
              </a:spcBef>
              <a:spcAft>
                <a:spcPts val="0"/>
              </a:spcAft>
              <a:buSzPts val="1400"/>
              <a:buChar char="●"/>
              <a:defRPr sz="1120"/>
            </a:lvl1pPr>
            <a:lvl2pPr lvl="1" indent="-304800" marL="914400">
              <a:spcBef>
                <a:spcPts val="0"/>
              </a:spcBef>
              <a:spcAft>
                <a:spcPts val="0"/>
              </a:spcAft>
              <a:buSzPts val="1200"/>
              <a:buChar char="○"/>
              <a:defRPr sz="960"/>
            </a:lvl2pPr>
            <a:lvl3pPr lvl="2" indent="-304800" marL="1371600">
              <a:spcBef>
                <a:spcPts val="0"/>
              </a:spcBef>
              <a:spcAft>
                <a:spcPts val="0"/>
              </a:spcAft>
              <a:buSzPts val="1200"/>
              <a:buChar char="■"/>
              <a:defRPr sz="960"/>
            </a:lvl3pPr>
            <a:lvl4pPr lvl="3" indent="-304800" marL="1828800">
              <a:spcBef>
                <a:spcPts val="0"/>
              </a:spcBef>
              <a:spcAft>
                <a:spcPts val="0"/>
              </a:spcAft>
              <a:buSzPts val="1200"/>
              <a:buChar char="●"/>
              <a:defRPr sz="960"/>
            </a:lvl4pPr>
            <a:lvl5pPr lvl="4" indent="-304800" marL="2286000">
              <a:spcBef>
                <a:spcPts val="0"/>
              </a:spcBef>
              <a:spcAft>
                <a:spcPts val="0"/>
              </a:spcAft>
              <a:buSzPts val="1200"/>
              <a:buChar char="○"/>
              <a:defRPr sz="960"/>
            </a:lvl5pPr>
            <a:lvl6pPr lvl="5" indent="-304800" marL="2743200">
              <a:spcBef>
                <a:spcPts val="0"/>
              </a:spcBef>
              <a:spcAft>
                <a:spcPts val="0"/>
              </a:spcAft>
              <a:buSzPts val="1200"/>
              <a:buChar char="■"/>
              <a:defRPr sz="960"/>
            </a:lvl6pPr>
            <a:lvl7pPr lvl="6" indent="-304800" marL="3200400">
              <a:spcBef>
                <a:spcPts val="0"/>
              </a:spcBef>
              <a:spcAft>
                <a:spcPts val="0"/>
              </a:spcAft>
              <a:buSzPts val="1200"/>
              <a:buChar char="●"/>
              <a:defRPr sz="960"/>
            </a:lvl7pPr>
            <a:lvl8pPr lvl="7" indent="-304800" marL="3657600">
              <a:spcBef>
                <a:spcPts val="0"/>
              </a:spcBef>
              <a:spcAft>
                <a:spcPts val="0"/>
              </a:spcAft>
              <a:buSzPts val="1200"/>
              <a:buChar char="○"/>
              <a:defRPr sz="960"/>
            </a:lvl8pPr>
            <a:lvl9pPr lvl="8" indent="-304800" marL="4114800">
              <a:spcBef>
                <a:spcPts val="0"/>
              </a:spcBef>
              <a:spcAft>
                <a:spcPts val="0"/>
              </a:spcAft>
              <a:buSzPts val="1200"/>
              <a:buChar char="■"/>
              <a:defRPr sz="960"/>
            </a:lvl9pPr>
          </a:lstStyle>
          <a:p/>
        </p:txBody>
      </p:sp>
      <p:sp>
        <p:nvSpPr>
          <p:cNvPr name="Google Shape;28;p5" id="28"/>
          <p:cNvSpPr txBox="1"/>
          <p:nvPr>
            <p:ph idx="2" type="body"/>
          </p:nvPr>
        </p:nvSpPr>
        <p:spPr>
          <a:xfrm>
            <a:off x="4832400" y="1225225"/>
            <a:ext cx="3999900" cy="3354000"/>
          </a:xfrm>
          <a:prstGeom prst="rect">
            <a:avLst/>
          </a:prstGeom>
        </p:spPr>
        <p:txBody>
          <a:bodyPr lIns="91425" bIns="91425" anchor="t" rIns="91425" anchorCtr="0" wrap="square" spcFirstLastPara="1" tIns="91425">
            <a:normAutofit/>
          </a:bodyPr>
          <a:lstStyle>
            <a:lvl1pPr lvl="0" indent="-317500" marL="457200">
              <a:spcBef>
                <a:spcPts val="0"/>
              </a:spcBef>
              <a:spcAft>
                <a:spcPts val="0"/>
              </a:spcAft>
              <a:buSzPts val="1400"/>
              <a:buChar char="●"/>
              <a:defRPr sz="1120"/>
            </a:lvl1pPr>
            <a:lvl2pPr lvl="1" indent="-304800" marL="914400">
              <a:spcBef>
                <a:spcPts val="0"/>
              </a:spcBef>
              <a:spcAft>
                <a:spcPts val="0"/>
              </a:spcAft>
              <a:buSzPts val="1200"/>
              <a:buChar char="○"/>
              <a:defRPr sz="960"/>
            </a:lvl2pPr>
            <a:lvl3pPr lvl="2" indent="-304800" marL="1371600">
              <a:spcBef>
                <a:spcPts val="0"/>
              </a:spcBef>
              <a:spcAft>
                <a:spcPts val="0"/>
              </a:spcAft>
              <a:buSzPts val="1200"/>
              <a:buChar char="■"/>
              <a:defRPr sz="960"/>
            </a:lvl3pPr>
            <a:lvl4pPr lvl="3" indent="-304800" marL="1828800">
              <a:spcBef>
                <a:spcPts val="0"/>
              </a:spcBef>
              <a:spcAft>
                <a:spcPts val="0"/>
              </a:spcAft>
              <a:buSzPts val="1200"/>
              <a:buChar char="●"/>
              <a:defRPr sz="960"/>
            </a:lvl4pPr>
            <a:lvl5pPr lvl="4" indent="-304800" marL="2286000">
              <a:spcBef>
                <a:spcPts val="0"/>
              </a:spcBef>
              <a:spcAft>
                <a:spcPts val="0"/>
              </a:spcAft>
              <a:buSzPts val="1200"/>
              <a:buChar char="○"/>
              <a:defRPr sz="960"/>
            </a:lvl5pPr>
            <a:lvl6pPr lvl="5" indent="-304800" marL="2743200">
              <a:spcBef>
                <a:spcPts val="0"/>
              </a:spcBef>
              <a:spcAft>
                <a:spcPts val="0"/>
              </a:spcAft>
              <a:buSzPts val="1200"/>
              <a:buChar char="■"/>
              <a:defRPr sz="960"/>
            </a:lvl6pPr>
            <a:lvl7pPr lvl="6" indent="-304800" marL="3200400">
              <a:spcBef>
                <a:spcPts val="0"/>
              </a:spcBef>
              <a:spcAft>
                <a:spcPts val="0"/>
              </a:spcAft>
              <a:buSzPts val="1200"/>
              <a:buChar char="●"/>
              <a:defRPr sz="960"/>
            </a:lvl7pPr>
            <a:lvl8pPr lvl="7" indent="-304800" marL="3657600">
              <a:spcBef>
                <a:spcPts val="0"/>
              </a:spcBef>
              <a:spcAft>
                <a:spcPts val="0"/>
              </a:spcAft>
              <a:buSzPts val="1200"/>
              <a:buChar char="○"/>
              <a:defRPr sz="960"/>
            </a:lvl8pPr>
            <a:lvl9pPr lvl="8" indent="-304800" marL="4114800">
              <a:spcBef>
                <a:spcPts val="0"/>
              </a:spcBef>
              <a:spcAft>
                <a:spcPts val="0"/>
              </a:spcAft>
              <a:buSzPts val="1200"/>
              <a:buChar char="■"/>
              <a:defRPr sz="960"/>
            </a:lvl9pPr>
          </a:lstStyle>
          <a:p/>
        </p:txBody>
      </p:sp>
      <p:sp>
        <p:nvSpPr>
          <p:cNvPr name="Google Shape;29;p5" id="29"/>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Only" matchingName="Title only">
  <p:cSld name="TITLE_ONLY">
    <p:spTree>
      <p:nvGrpSpPr>
        <p:cNvPr name="Shape 30" id="30"/>
        <p:cNvGrpSpPr/>
        <p:nvPr/>
      </p:nvGrpSpPr>
      <p:grpSpPr>
        <a:xfrm>
          <a:off x="0" y="0"/>
          <a:ext cx="0" cy="0"/>
          <a:chOff x="0" y="0"/>
          <a:chExt cx="0" cy="0"/>
        </a:xfrm>
      </p:grpSpPr>
      <p:sp>
        <p:nvSpPr>
          <p:cNvPr name="Google Shape;31;p6" id="31"/>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name="Google Shape;32;p6" id="32"/>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name="Shape 33" id="33"/>
        <p:cNvGrpSpPr/>
        <p:nvPr/>
      </p:nvGrpSpPr>
      <p:grpSpPr>
        <a:xfrm>
          <a:off x="0" y="0"/>
          <a:ext cx="0" cy="0"/>
          <a:chOff x="0" y="0"/>
          <a:chExt cx="0" cy="0"/>
        </a:xfrm>
      </p:grpSpPr>
      <p:sp>
        <p:nvSpPr>
          <p:cNvPr name="Google Shape;34;p7" id="34"/>
          <p:cNvSpPr txBox="1"/>
          <p:nvPr>
            <p:ph type="title"/>
          </p:nvPr>
        </p:nvSpPr>
        <p:spPr>
          <a:xfrm>
            <a:off x="311700" y="555600"/>
            <a:ext cx="2808000" cy="755700"/>
          </a:xfrm>
          <a:prstGeom prst="rect">
            <a:avLst/>
          </a:prstGeom>
        </p:spPr>
        <p:txBody>
          <a:bodyPr lIns="91425" bIns="91425" anchor="b" rIns="91425" anchorCtr="0" wrap="square" spcFirstLastPara="1" tIns="91425">
            <a:normAutofit/>
          </a:bodyPr>
          <a:lstStyle>
            <a:lvl1pPr lvl="0">
              <a:spcBef>
                <a:spcPts val="0"/>
              </a:spcBef>
              <a:spcAft>
                <a:spcPts val="0"/>
              </a:spcAft>
              <a:buSzPts val="3000"/>
              <a:buNone/>
              <a:defRPr sz="2400"/>
            </a:lvl1pPr>
            <a:lvl2pPr lvl="1">
              <a:spcBef>
                <a:spcPts val="0"/>
              </a:spcBef>
              <a:spcAft>
                <a:spcPts val="0"/>
              </a:spcAft>
              <a:buSzPts val="3000"/>
              <a:buNone/>
              <a:defRPr sz="2400"/>
            </a:lvl2pPr>
            <a:lvl3pPr lvl="2">
              <a:spcBef>
                <a:spcPts val="0"/>
              </a:spcBef>
              <a:spcAft>
                <a:spcPts val="0"/>
              </a:spcAft>
              <a:buSzPts val="3000"/>
              <a:buNone/>
              <a:defRPr sz="2400"/>
            </a:lvl3pPr>
            <a:lvl4pPr lvl="3">
              <a:spcBef>
                <a:spcPts val="0"/>
              </a:spcBef>
              <a:spcAft>
                <a:spcPts val="0"/>
              </a:spcAft>
              <a:buSzPts val="3000"/>
              <a:buNone/>
              <a:defRPr sz="2400"/>
            </a:lvl4pPr>
            <a:lvl5pPr lvl="4">
              <a:spcBef>
                <a:spcPts val="0"/>
              </a:spcBef>
              <a:spcAft>
                <a:spcPts val="0"/>
              </a:spcAft>
              <a:buSzPts val="3000"/>
              <a:buNone/>
              <a:defRPr sz="2400"/>
            </a:lvl5pPr>
            <a:lvl6pPr lvl="5">
              <a:spcBef>
                <a:spcPts val="0"/>
              </a:spcBef>
              <a:spcAft>
                <a:spcPts val="0"/>
              </a:spcAft>
              <a:buSzPts val="3000"/>
              <a:buNone/>
              <a:defRPr sz="2400"/>
            </a:lvl6pPr>
            <a:lvl7pPr lvl="6">
              <a:spcBef>
                <a:spcPts val="0"/>
              </a:spcBef>
              <a:spcAft>
                <a:spcPts val="0"/>
              </a:spcAft>
              <a:buSzPts val="3000"/>
              <a:buNone/>
              <a:defRPr sz="2400"/>
            </a:lvl7pPr>
            <a:lvl8pPr lvl="7">
              <a:spcBef>
                <a:spcPts val="0"/>
              </a:spcBef>
              <a:spcAft>
                <a:spcPts val="0"/>
              </a:spcAft>
              <a:buSzPts val="3000"/>
              <a:buNone/>
              <a:defRPr sz="2400"/>
            </a:lvl8pPr>
            <a:lvl9pPr lvl="8">
              <a:spcBef>
                <a:spcPts val="0"/>
              </a:spcBef>
              <a:spcAft>
                <a:spcPts val="0"/>
              </a:spcAft>
              <a:buSzPts val="3000"/>
              <a:buNone/>
              <a:defRPr sz="2400"/>
            </a:lvl9pPr>
          </a:lstStyle>
          <a:p/>
        </p:txBody>
      </p:sp>
      <p:sp>
        <p:nvSpPr>
          <p:cNvPr name="Google Shape;35;p7" id="35"/>
          <p:cNvSpPr txBox="1"/>
          <p:nvPr>
            <p:ph idx="1" type="body"/>
          </p:nvPr>
        </p:nvSpPr>
        <p:spPr>
          <a:xfrm>
            <a:off x="311700" y="1399400"/>
            <a:ext cx="2808000" cy="2784900"/>
          </a:xfrm>
          <a:prstGeom prst="rect">
            <a:avLst/>
          </a:prstGeom>
        </p:spPr>
        <p:txBody>
          <a:bodyPr lIns="91425" bIns="91425" anchor="t" rIns="91425" anchorCtr="0" wrap="square" spcFirstLastPara="1" tIns="91425">
            <a:normAutofit/>
          </a:bodyPr>
          <a:lstStyle>
            <a:lvl1pPr lvl="0" indent="-304800" marL="457200">
              <a:spcBef>
                <a:spcPts val="0"/>
              </a:spcBef>
              <a:spcAft>
                <a:spcPts val="0"/>
              </a:spcAft>
              <a:buSzPts val="1200"/>
              <a:buChar char="●"/>
              <a:defRPr sz="960"/>
            </a:lvl1pPr>
            <a:lvl2pPr lvl="1" indent="-304800" marL="914400">
              <a:spcBef>
                <a:spcPts val="0"/>
              </a:spcBef>
              <a:spcAft>
                <a:spcPts val="0"/>
              </a:spcAft>
              <a:buSzPts val="1200"/>
              <a:buChar char="○"/>
              <a:defRPr sz="960"/>
            </a:lvl2pPr>
            <a:lvl3pPr lvl="2" indent="-304800" marL="1371600">
              <a:spcBef>
                <a:spcPts val="0"/>
              </a:spcBef>
              <a:spcAft>
                <a:spcPts val="0"/>
              </a:spcAft>
              <a:buSzPts val="1200"/>
              <a:buChar char="■"/>
              <a:defRPr sz="960"/>
            </a:lvl3pPr>
            <a:lvl4pPr lvl="3" indent="-304800" marL="1828800">
              <a:spcBef>
                <a:spcPts val="0"/>
              </a:spcBef>
              <a:spcAft>
                <a:spcPts val="0"/>
              </a:spcAft>
              <a:buSzPts val="1200"/>
              <a:buChar char="●"/>
              <a:defRPr sz="960"/>
            </a:lvl4pPr>
            <a:lvl5pPr lvl="4" indent="-304800" marL="2286000">
              <a:spcBef>
                <a:spcPts val="0"/>
              </a:spcBef>
              <a:spcAft>
                <a:spcPts val="0"/>
              </a:spcAft>
              <a:buSzPts val="1200"/>
              <a:buChar char="○"/>
              <a:defRPr sz="960"/>
            </a:lvl5pPr>
            <a:lvl6pPr lvl="5" indent="-304800" marL="2743200">
              <a:spcBef>
                <a:spcPts val="0"/>
              </a:spcBef>
              <a:spcAft>
                <a:spcPts val="0"/>
              </a:spcAft>
              <a:buSzPts val="1200"/>
              <a:buChar char="■"/>
              <a:defRPr sz="960"/>
            </a:lvl6pPr>
            <a:lvl7pPr lvl="6" indent="-304800" marL="3200400">
              <a:spcBef>
                <a:spcPts val="0"/>
              </a:spcBef>
              <a:spcAft>
                <a:spcPts val="0"/>
              </a:spcAft>
              <a:buSzPts val="1200"/>
              <a:buChar char="●"/>
              <a:defRPr sz="960"/>
            </a:lvl7pPr>
            <a:lvl8pPr lvl="7" indent="-304800" marL="3657600">
              <a:spcBef>
                <a:spcPts val="0"/>
              </a:spcBef>
              <a:spcAft>
                <a:spcPts val="0"/>
              </a:spcAft>
              <a:buSzPts val="1200"/>
              <a:buChar char="○"/>
              <a:defRPr sz="960"/>
            </a:lvl8pPr>
            <a:lvl9pPr lvl="8" indent="-304800" marL="4114800">
              <a:spcBef>
                <a:spcPts val="0"/>
              </a:spcBef>
              <a:spcAft>
                <a:spcPts val="0"/>
              </a:spcAft>
              <a:buSzPts val="1200"/>
              <a:buChar char="■"/>
              <a:defRPr sz="960"/>
            </a:lvl9pPr>
          </a:lstStyle>
          <a:p/>
        </p:txBody>
      </p:sp>
      <p:sp>
        <p:nvSpPr>
          <p:cNvPr name="Google Shape;36;p7" id="36"/>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name="Shape 37" id="37"/>
        <p:cNvGrpSpPr/>
        <p:nvPr/>
      </p:nvGrpSpPr>
      <p:grpSpPr>
        <a:xfrm>
          <a:off x="0" y="0"/>
          <a:ext cx="0" cy="0"/>
          <a:chOff x="0" y="0"/>
          <a:chExt cx="0" cy="0"/>
        </a:xfrm>
      </p:grpSpPr>
      <p:sp>
        <p:nvSpPr>
          <p:cNvPr name="Google Shape;38;p8" id="38"/>
          <p:cNvSpPr/>
          <p:nvPr/>
        </p:nvSpPr>
        <p:spPr>
          <a:xfrm>
            <a:off x="0" y="5045700"/>
            <a:ext cx="9144000" cy="978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sp>
        <p:nvSpPr>
          <p:cNvPr name="Google Shape;39;p8" id="39"/>
          <p:cNvSpPr txBox="1"/>
          <p:nvPr>
            <p:ph type="title"/>
          </p:nvPr>
        </p:nvSpPr>
        <p:spPr>
          <a:xfrm>
            <a:off x="490250" y="450150"/>
            <a:ext cx="5878800" cy="4090800"/>
          </a:xfrm>
          <a:prstGeom prst="rect">
            <a:avLst/>
          </a:prstGeom>
        </p:spPr>
        <p:txBody>
          <a:bodyPr lIns="91425" bIns="91425" anchor="ctr" rIns="91425" anchorCtr="0" wrap="square" spcFirstLastPara="1" tIns="91425">
            <a:normAutofit/>
          </a:bodyPr>
          <a:lstStyle>
            <a:lvl1pPr lvl="0">
              <a:spcBef>
                <a:spcPts val="0"/>
              </a:spcBef>
              <a:spcAft>
                <a:spcPts val="0"/>
              </a:spcAft>
              <a:buSzPts val="4800"/>
              <a:buNone/>
              <a:defRPr sz="3840"/>
            </a:lvl1pPr>
            <a:lvl2pPr lvl="1">
              <a:spcBef>
                <a:spcPts val="0"/>
              </a:spcBef>
              <a:spcAft>
                <a:spcPts val="0"/>
              </a:spcAft>
              <a:buSzPts val="4800"/>
              <a:buNone/>
              <a:defRPr sz="3840"/>
            </a:lvl2pPr>
            <a:lvl3pPr lvl="2">
              <a:spcBef>
                <a:spcPts val="0"/>
              </a:spcBef>
              <a:spcAft>
                <a:spcPts val="0"/>
              </a:spcAft>
              <a:buSzPts val="4800"/>
              <a:buNone/>
              <a:defRPr sz="3840"/>
            </a:lvl3pPr>
            <a:lvl4pPr lvl="3">
              <a:spcBef>
                <a:spcPts val="0"/>
              </a:spcBef>
              <a:spcAft>
                <a:spcPts val="0"/>
              </a:spcAft>
              <a:buSzPts val="4800"/>
              <a:buNone/>
              <a:defRPr sz="3840"/>
            </a:lvl4pPr>
            <a:lvl5pPr lvl="4">
              <a:spcBef>
                <a:spcPts val="0"/>
              </a:spcBef>
              <a:spcAft>
                <a:spcPts val="0"/>
              </a:spcAft>
              <a:buSzPts val="4800"/>
              <a:buNone/>
              <a:defRPr sz="3840"/>
            </a:lvl5pPr>
            <a:lvl6pPr lvl="5">
              <a:spcBef>
                <a:spcPts val="0"/>
              </a:spcBef>
              <a:spcAft>
                <a:spcPts val="0"/>
              </a:spcAft>
              <a:buSzPts val="4800"/>
              <a:buNone/>
              <a:defRPr sz="3840"/>
            </a:lvl6pPr>
            <a:lvl7pPr lvl="6">
              <a:spcBef>
                <a:spcPts val="0"/>
              </a:spcBef>
              <a:spcAft>
                <a:spcPts val="0"/>
              </a:spcAft>
              <a:buSzPts val="4800"/>
              <a:buNone/>
              <a:defRPr sz="3840"/>
            </a:lvl7pPr>
            <a:lvl8pPr lvl="7">
              <a:spcBef>
                <a:spcPts val="0"/>
              </a:spcBef>
              <a:spcAft>
                <a:spcPts val="0"/>
              </a:spcAft>
              <a:buSzPts val="4800"/>
              <a:buNone/>
              <a:defRPr sz="3840"/>
            </a:lvl8pPr>
            <a:lvl9pPr lvl="8">
              <a:spcBef>
                <a:spcPts val="0"/>
              </a:spcBef>
              <a:spcAft>
                <a:spcPts val="0"/>
              </a:spcAft>
              <a:buSzPts val="4800"/>
              <a:buNone/>
              <a:defRPr sz="3840"/>
            </a:lvl9pPr>
          </a:lstStyle>
          <a:p/>
        </p:txBody>
      </p:sp>
      <p:sp>
        <p:nvSpPr>
          <p:cNvPr name="Google Shape;40;p8" id="40"/>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name="Shape 41" id="41"/>
        <p:cNvGrpSpPr/>
        <p:nvPr/>
      </p:nvGrpSpPr>
      <p:grpSpPr>
        <a:xfrm>
          <a:off x="0" y="0"/>
          <a:ext cx="0" cy="0"/>
          <a:chOff x="0" y="0"/>
          <a:chExt cx="0" cy="0"/>
        </a:xfrm>
      </p:grpSpPr>
      <p:sp>
        <p:nvSpPr>
          <p:cNvPr name="Google Shape;42;p9" id="42"/>
          <p:cNvSpPr/>
          <p:nvPr/>
        </p:nvSpPr>
        <p:spPr>
          <a:xfrm>
            <a:off x="4572000" y="-25"/>
            <a:ext cx="4572000" cy="51435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cxnSp>
        <p:nvCxnSpPr>
          <p:cNvPr name="Google Shape;43;p9" id="43"/>
          <p:cNvCxnSpPr/>
          <p:nvPr/>
        </p:nvCxnSpPr>
        <p:spPr>
          <a:xfrm>
            <a:off x="5029675" y="4495500"/>
            <a:ext cx="468300" cy="0"/>
          </a:xfrm>
          <a:prstGeom prst="straightConnector1">
            <a:avLst/>
          </a:prstGeom>
          <a:noFill/>
          <a:ln cmpd="sng" cap="flat" w="19050">
            <a:solidFill>
              <a:schemeClr val="lt1"/>
            </a:solidFill>
            <a:prstDash val="solid"/>
            <a:round/>
            <a:headEnd len="sm" w="sm" type="none"/>
            <a:tailEnd len="sm" w="sm" type="none"/>
          </a:ln>
        </p:spPr>
      </p:cxnSp>
      <p:sp>
        <p:nvSpPr>
          <p:cNvPr name="Google Shape;44;p9" id="44"/>
          <p:cNvSpPr txBox="1"/>
          <p:nvPr>
            <p:ph type="title"/>
          </p:nvPr>
        </p:nvSpPr>
        <p:spPr>
          <a:xfrm>
            <a:off x="265500" y="929275"/>
            <a:ext cx="4045200" cy="1786200"/>
          </a:xfrm>
          <a:prstGeom prst="rect">
            <a:avLst/>
          </a:prstGeom>
        </p:spPr>
        <p:txBody>
          <a:bodyPr lIns="91425" bIns="91425" anchor="b" rIns="91425" anchorCtr="0" wrap="square" spcFirstLastPara="1"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name="Google Shape;45;p9" id="45"/>
          <p:cNvSpPr txBox="1"/>
          <p:nvPr>
            <p:ph idx="1" type="subTitle"/>
          </p:nvPr>
        </p:nvSpPr>
        <p:spPr>
          <a:xfrm>
            <a:off x="265500" y="2769001"/>
            <a:ext cx="4045200" cy="1574100"/>
          </a:xfrm>
          <a:prstGeom prst="rect">
            <a:avLst/>
          </a:prstGeom>
        </p:spPr>
        <p:txBody>
          <a:bodyPr lIns="91425" bIns="91425" anchor="t" rIns="91425" anchorCtr="0" wrap="square" spcFirstLastPara="1" tIns="91425">
            <a:normAutofit/>
          </a:bodyPr>
          <a:lstStyle>
            <a:lvl1pPr lvl="0" algn="ctr">
              <a:lnSpc>
                <a:spcPct val="100000"/>
              </a:lnSpc>
              <a:spcBef>
                <a:spcPts val="0"/>
              </a:spcBef>
              <a:spcAft>
                <a:spcPts val="0"/>
              </a:spcAft>
              <a:buSzPts val="2400"/>
              <a:buFont typeface="Economica"/>
              <a:buNone/>
              <a:defRPr sz="192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192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192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192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192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192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192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192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1920">
                <a:latin typeface="Economica"/>
                <a:ea typeface="Economica"/>
                <a:cs typeface="Economica"/>
                <a:sym typeface="Economica"/>
              </a:defRPr>
            </a:lvl9pPr>
          </a:lstStyle>
          <a:p/>
        </p:txBody>
      </p:sp>
      <p:sp>
        <p:nvSpPr>
          <p:cNvPr name="Google Shape;46;p9" id="46"/>
          <p:cNvSpPr txBox="1"/>
          <p:nvPr>
            <p:ph idx="2" type="body"/>
          </p:nvPr>
        </p:nvSpPr>
        <p:spPr>
          <a:xfrm>
            <a:off x="4939500" y="724200"/>
            <a:ext cx="3837000" cy="3695100"/>
          </a:xfrm>
          <a:prstGeom prst="rect">
            <a:avLst/>
          </a:prstGeom>
        </p:spPr>
        <p:txBody>
          <a:bodyPr lIns="91425" bIns="91425" anchor="ctr" rIns="91425" anchorCtr="0" wrap="square" spcFirstLastPara="1" tIns="91425">
            <a:normAutofit/>
          </a:bodyPr>
          <a:lstStyle>
            <a:lvl1pPr lvl="0" indent="-342900" marL="457200">
              <a:spcBef>
                <a:spcPts val="0"/>
              </a:spcBef>
              <a:spcAft>
                <a:spcPts val="0"/>
              </a:spcAft>
              <a:buClr>
                <a:schemeClr val="lt1"/>
              </a:buClr>
              <a:buSzPts val="1800"/>
              <a:buChar char="●"/>
              <a:defRPr>
                <a:solidFill>
                  <a:schemeClr val="lt1"/>
                </a:solidFill>
              </a:defRPr>
            </a:lvl1pPr>
            <a:lvl2pPr lvl="1" indent="-317500" marL="914400">
              <a:spcBef>
                <a:spcPts val="0"/>
              </a:spcBef>
              <a:spcAft>
                <a:spcPts val="0"/>
              </a:spcAft>
              <a:buClr>
                <a:schemeClr val="lt1"/>
              </a:buClr>
              <a:buSzPts val="1400"/>
              <a:buChar char="○"/>
              <a:defRPr>
                <a:solidFill>
                  <a:schemeClr val="lt1"/>
                </a:solidFill>
              </a:defRPr>
            </a:lvl2pPr>
            <a:lvl3pPr lvl="2" indent="-317500" marL="1371600">
              <a:spcBef>
                <a:spcPts val="0"/>
              </a:spcBef>
              <a:spcAft>
                <a:spcPts val="0"/>
              </a:spcAft>
              <a:buClr>
                <a:schemeClr val="lt1"/>
              </a:buClr>
              <a:buSzPts val="1400"/>
              <a:buChar char="■"/>
              <a:defRPr>
                <a:solidFill>
                  <a:schemeClr val="lt1"/>
                </a:solidFill>
              </a:defRPr>
            </a:lvl3pPr>
            <a:lvl4pPr lvl="3" indent="-317500" marL="1828800">
              <a:spcBef>
                <a:spcPts val="0"/>
              </a:spcBef>
              <a:spcAft>
                <a:spcPts val="0"/>
              </a:spcAft>
              <a:buClr>
                <a:schemeClr val="lt1"/>
              </a:buClr>
              <a:buSzPts val="1400"/>
              <a:buChar char="●"/>
              <a:defRPr>
                <a:solidFill>
                  <a:schemeClr val="lt1"/>
                </a:solidFill>
              </a:defRPr>
            </a:lvl4pPr>
            <a:lvl5pPr lvl="4" indent="-317500" marL="2286000">
              <a:spcBef>
                <a:spcPts val="0"/>
              </a:spcBef>
              <a:spcAft>
                <a:spcPts val="0"/>
              </a:spcAft>
              <a:buClr>
                <a:schemeClr val="lt1"/>
              </a:buClr>
              <a:buSzPts val="1400"/>
              <a:buChar char="○"/>
              <a:defRPr>
                <a:solidFill>
                  <a:schemeClr val="lt1"/>
                </a:solidFill>
              </a:defRPr>
            </a:lvl5pPr>
            <a:lvl6pPr lvl="5" indent="-317500" marL="2743200">
              <a:spcBef>
                <a:spcPts val="0"/>
              </a:spcBef>
              <a:spcAft>
                <a:spcPts val="0"/>
              </a:spcAft>
              <a:buClr>
                <a:schemeClr val="lt1"/>
              </a:buClr>
              <a:buSzPts val="1400"/>
              <a:buChar char="■"/>
              <a:defRPr>
                <a:solidFill>
                  <a:schemeClr val="lt1"/>
                </a:solidFill>
              </a:defRPr>
            </a:lvl6pPr>
            <a:lvl7pPr lvl="6" indent="-317500" marL="3200400">
              <a:spcBef>
                <a:spcPts val="0"/>
              </a:spcBef>
              <a:spcAft>
                <a:spcPts val="0"/>
              </a:spcAft>
              <a:buClr>
                <a:schemeClr val="lt1"/>
              </a:buClr>
              <a:buSzPts val="1400"/>
              <a:buChar char="●"/>
              <a:defRPr>
                <a:solidFill>
                  <a:schemeClr val="lt1"/>
                </a:solidFill>
              </a:defRPr>
            </a:lvl7pPr>
            <a:lvl8pPr lvl="7" indent="-317500" marL="3657600">
              <a:spcBef>
                <a:spcPts val="0"/>
              </a:spcBef>
              <a:spcAft>
                <a:spcPts val="0"/>
              </a:spcAft>
              <a:buClr>
                <a:schemeClr val="lt1"/>
              </a:buClr>
              <a:buSzPts val="1400"/>
              <a:buChar char="○"/>
              <a:defRPr>
                <a:solidFill>
                  <a:schemeClr val="lt1"/>
                </a:solidFill>
              </a:defRPr>
            </a:lvl8pPr>
            <a:lvl9pPr lvl="8" indent="-317500" marL="4114800">
              <a:spcBef>
                <a:spcPts val="0"/>
              </a:spcBef>
              <a:spcAft>
                <a:spcPts val="0"/>
              </a:spcAft>
              <a:buClr>
                <a:schemeClr val="lt1"/>
              </a:buClr>
              <a:buSzPts val="1400"/>
              <a:buChar char="■"/>
              <a:defRPr>
                <a:solidFill>
                  <a:schemeClr val="lt1"/>
                </a:solidFill>
              </a:defRPr>
            </a:lvl9pPr>
          </a:lstStyle>
          <a:p/>
        </p:txBody>
      </p:sp>
      <p:sp>
        <p:nvSpPr>
          <p:cNvPr name="Google Shape;47;p9" id="47"/>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name="Shape 48" id="48"/>
        <p:cNvGrpSpPr/>
        <p:nvPr/>
      </p:nvGrpSpPr>
      <p:grpSpPr>
        <a:xfrm>
          <a:off x="0" y="0"/>
          <a:ext cx="0" cy="0"/>
          <a:chOff x="0" y="0"/>
          <a:chExt cx="0" cy="0"/>
        </a:xfrm>
      </p:grpSpPr>
      <p:sp>
        <p:nvSpPr>
          <p:cNvPr name="Google Shape;49;p10" id="49"/>
          <p:cNvSpPr txBox="1"/>
          <p:nvPr>
            <p:ph idx="1" type="body"/>
          </p:nvPr>
        </p:nvSpPr>
        <p:spPr>
          <a:xfrm>
            <a:off x="319500" y="4218925"/>
            <a:ext cx="5998800" cy="598800"/>
          </a:xfrm>
          <a:prstGeom prst="rect">
            <a:avLst/>
          </a:prstGeom>
        </p:spPr>
        <p:txBody>
          <a:bodyPr lIns="91425" bIns="91425" anchor="ctr" rIns="91425" anchorCtr="0" wrap="square" spcFirstLastPara="1" tIns="91425">
            <a:normAutofit/>
          </a:bodyPr>
          <a:lstStyle>
            <a:lvl1pPr lvl="0" indent="-228600" marL="457200">
              <a:lnSpc>
                <a:spcPct val="100000"/>
              </a:lnSpc>
              <a:spcBef>
                <a:spcPts val="0"/>
              </a:spcBef>
              <a:spcAft>
                <a:spcPts val="0"/>
              </a:spcAft>
              <a:buSzPts val="2400"/>
              <a:buFont typeface="Economica"/>
              <a:buNone/>
              <a:defRPr sz="1920">
                <a:latin typeface="Economica"/>
                <a:ea typeface="Economica"/>
                <a:cs typeface="Economica"/>
                <a:sym typeface="Economica"/>
              </a:defRPr>
            </a:lvl1pPr>
          </a:lstStyle>
          <a:p/>
        </p:txBody>
      </p:sp>
      <p:sp>
        <p:nvSpPr>
          <p:cNvPr name="Google Shape;50;p10" id="50"/>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name="Shape 51" id="51"/>
        <p:cNvGrpSpPr/>
        <p:nvPr/>
      </p:nvGrpSpPr>
      <p:grpSpPr>
        <a:xfrm>
          <a:off x="0" y="0"/>
          <a:ext cx="0" cy="0"/>
          <a:chOff x="0" y="0"/>
          <a:chExt cx="0" cy="0"/>
        </a:xfrm>
      </p:grpSpPr>
      <p:sp>
        <p:nvSpPr>
          <p:cNvPr name="Google Shape;52;p11" id="52"/>
          <p:cNvSpPr/>
          <p:nvPr/>
        </p:nvSpPr>
        <p:spPr>
          <a:xfrm>
            <a:off x="0" y="5045700"/>
            <a:ext cx="9144000" cy="978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sp>
        <p:nvSpPr>
          <p:cNvPr name="Google Shape;53;p11" id="53"/>
          <p:cNvSpPr txBox="1"/>
          <p:nvPr>
            <p:ph hasCustomPrompt="1" type="title"/>
          </p:nvPr>
        </p:nvSpPr>
        <p:spPr>
          <a:xfrm>
            <a:off x="311700" y="957125"/>
            <a:ext cx="8520600" cy="2128800"/>
          </a:xfrm>
          <a:prstGeom prst="rect">
            <a:avLst/>
          </a:prstGeom>
        </p:spPr>
        <p:txBody>
          <a:bodyPr lIns="91425" bIns="91425" anchor="ctr" rIns="91425" anchorCtr="0" wrap="square" spcFirstLastPara="1" tIns="91425">
            <a:normAutofit/>
          </a:bodyPr>
          <a:lstStyle>
            <a:lvl1pPr lvl="0" algn="ctr">
              <a:spcBef>
                <a:spcPts val="0"/>
              </a:spcBef>
              <a:spcAft>
                <a:spcPts val="0"/>
              </a:spcAft>
              <a:buClr>
                <a:schemeClr val="lt2"/>
              </a:buClr>
              <a:buSzPts val="16000"/>
              <a:buNone/>
              <a:defRPr sz="12800">
                <a:solidFill>
                  <a:schemeClr val="lt2"/>
                </a:solidFill>
              </a:defRPr>
            </a:lvl1pPr>
            <a:lvl2pPr lvl="1" algn="ctr">
              <a:spcBef>
                <a:spcPts val="0"/>
              </a:spcBef>
              <a:spcAft>
                <a:spcPts val="0"/>
              </a:spcAft>
              <a:buClr>
                <a:schemeClr val="lt2"/>
              </a:buClr>
              <a:buSzPts val="16000"/>
              <a:buNone/>
              <a:defRPr sz="12800">
                <a:solidFill>
                  <a:schemeClr val="lt2"/>
                </a:solidFill>
              </a:defRPr>
            </a:lvl2pPr>
            <a:lvl3pPr lvl="2" algn="ctr">
              <a:spcBef>
                <a:spcPts val="0"/>
              </a:spcBef>
              <a:spcAft>
                <a:spcPts val="0"/>
              </a:spcAft>
              <a:buClr>
                <a:schemeClr val="lt2"/>
              </a:buClr>
              <a:buSzPts val="16000"/>
              <a:buNone/>
              <a:defRPr sz="12800">
                <a:solidFill>
                  <a:schemeClr val="lt2"/>
                </a:solidFill>
              </a:defRPr>
            </a:lvl3pPr>
            <a:lvl4pPr lvl="3" algn="ctr">
              <a:spcBef>
                <a:spcPts val="0"/>
              </a:spcBef>
              <a:spcAft>
                <a:spcPts val="0"/>
              </a:spcAft>
              <a:buClr>
                <a:schemeClr val="lt2"/>
              </a:buClr>
              <a:buSzPts val="16000"/>
              <a:buNone/>
              <a:defRPr sz="12800">
                <a:solidFill>
                  <a:schemeClr val="lt2"/>
                </a:solidFill>
              </a:defRPr>
            </a:lvl4pPr>
            <a:lvl5pPr lvl="4" algn="ctr">
              <a:spcBef>
                <a:spcPts val="0"/>
              </a:spcBef>
              <a:spcAft>
                <a:spcPts val="0"/>
              </a:spcAft>
              <a:buClr>
                <a:schemeClr val="lt2"/>
              </a:buClr>
              <a:buSzPts val="16000"/>
              <a:buNone/>
              <a:defRPr sz="12800">
                <a:solidFill>
                  <a:schemeClr val="lt2"/>
                </a:solidFill>
              </a:defRPr>
            </a:lvl5pPr>
            <a:lvl6pPr lvl="5" algn="ctr">
              <a:spcBef>
                <a:spcPts val="0"/>
              </a:spcBef>
              <a:spcAft>
                <a:spcPts val="0"/>
              </a:spcAft>
              <a:buClr>
                <a:schemeClr val="lt2"/>
              </a:buClr>
              <a:buSzPts val="16000"/>
              <a:buNone/>
              <a:defRPr sz="12800">
                <a:solidFill>
                  <a:schemeClr val="lt2"/>
                </a:solidFill>
              </a:defRPr>
            </a:lvl6pPr>
            <a:lvl7pPr lvl="6" algn="ctr">
              <a:spcBef>
                <a:spcPts val="0"/>
              </a:spcBef>
              <a:spcAft>
                <a:spcPts val="0"/>
              </a:spcAft>
              <a:buClr>
                <a:schemeClr val="lt2"/>
              </a:buClr>
              <a:buSzPts val="16000"/>
              <a:buNone/>
              <a:defRPr sz="12800">
                <a:solidFill>
                  <a:schemeClr val="lt2"/>
                </a:solidFill>
              </a:defRPr>
            </a:lvl7pPr>
            <a:lvl8pPr lvl="7" algn="ctr">
              <a:spcBef>
                <a:spcPts val="0"/>
              </a:spcBef>
              <a:spcAft>
                <a:spcPts val="0"/>
              </a:spcAft>
              <a:buClr>
                <a:schemeClr val="lt2"/>
              </a:buClr>
              <a:buSzPts val="16000"/>
              <a:buNone/>
              <a:defRPr sz="12800">
                <a:solidFill>
                  <a:schemeClr val="lt2"/>
                </a:solidFill>
              </a:defRPr>
            </a:lvl8pPr>
            <a:lvl9pPr lvl="8" algn="ctr">
              <a:spcBef>
                <a:spcPts val="0"/>
              </a:spcBef>
              <a:spcAft>
                <a:spcPts val="0"/>
              </a:spcAft>
              <a:buClr>
                <a:schemeClr val="lt2"/>
              </a:buClr>
              <a:buSzPts val="16000"/>
              <a:buNone/>
              <a:defRPr sz="12800">
                <a:solidFill>
                  <a:schemeClr val="lt2"/>
                </a:solidFill>
              </a:defRPr>
            </a:lvl9pPr>
          </a:lstStyle>
          <a:p>
            <a:r>
              <a:t>xx%</a:t>
            </a:r>
          </a:p>
        </p:txBody>
      </p:sp>
      <p:sp>
        <p:nvSpPr>
          <p:cNvPr name="Google Shape;54;p11" id="54"/>
          <p:cNvSpPr txBox="1"/>
          <p:nvPr>
            <p:ph idx="1" type="body"/>
          </p:nvPr>
        </p:nvSpPr>
        <p:spPr>
          <a:xfrm>
            <a:off x="311700" y="3162000"/>
            <a:ext cx="8520600" cy="1071600"/>
          </a:xfrm>
          <a:prstGeom prst="rect">
            <a:avLst/>
          </a:prstGeom>
        </p:spPr>
        <p:txBody>
          <a:bodyPr lIns="91425" bIns="91425" anchor="t" rIns="91425" anchorCtr="0" wrap="square" spcFirstLastPara="1" tIns="91425">
            <a:normAutofit/>
          </a:bodyPr>
          <a:lstStyle>
            <a:lvl1pPr lvl="0" indent="-342900" marL="457200" algn="ctr">
              <a:spcBef>
                <a:spcPts val="0"/>
              </a:spcBef>
              <a:spcAft>
                <a:spcPts val="0"/>
              </a:spcAft>
              <a:buSzPts val="1800"/>
              <a:buChar char="●"/>
              <a:defRPr/>
            </a:lvl1pPr>
            <a:lvl2pPr lvl="1" indent="-317500" marL="914400" algn="ctr">
              <a:spcBef>
                <a:spcPts val="0"/>
              </a:spcBef>
              <a:spcAft>
                <a:spcPts val="0"/>
              </a:spcAft>
              <a:buSzPts val="1400"/>
              <a:buChar char="○"/>
              <a:defRPr/>
            </a:lvl2pPr>
            <a:lvl3pPr lvl="2" indent="-317500" marL="1371600" algn="ctr">
              <a:spcBef>
                <a:spcPts val="0"/>
              </a:spcBef>
              <a:spcAft>
                <a:spcPts val="0"/>
              </a:spcAft>
              <a:buSzPts val="1400"/>
              <a:buChar char="■"/>
              <a:defRPr/>
            </a:lvl3pPr>
            <a:lvl4pPr lvl="3" indent="-317500" marL="1828800" algn="ctr">
              <a:spcBef>
                <a:spcPts val="0"/>
              </a:spcBef>
              <a:spcAft>
                <a:spcPts val="0"/>
              </a:spcAft>
              <a:buSzPts val="1400"/>
              <a:buChar char="●"/>
              <a:defRPr/>
            </a:lvl4pPr>
            <a:lvl5pPr lvl="4" indent="-317500" marL="2286000" algn="ctr">
              <a:spcBef>
                <a:spcPts val="0"/>
              </a:spcBef>
              <a:spcAft>
                <a:spcPts val="0"/>
              </a:spcAft>
              <a:buSzPts val="1400"/>
              <a:buChar char="○"/>
              <a:defRPr/>
            </a:lvl5pPr>
            <a:lvl6pPr lvl="5" indent="-317500" marL="2743200" algn="ctr">
              <a:spcBef>
                <a:spcPts val="0"/>
              </a:spcBef>
              <a:spcAft>
                <a:spcPts val="0"/>
              </a:spcAft>
              <a:buSzPts val="1400"/>
              <a:buChar char="■"/>
              <a:defRPr/>
            </a:lvl6pPr>
            <a:lvl7pPr lvl="6" indent="-317500" marL="3200400" algn="ctr">
              <a:spcBef>
                <a:spcPts val="0"/>
              </a:spcBef>
              <a:spcAft>
                <a:spcPts val="0"/>
              </a:spcAft>
              <a:buSzPts val="1400"/>
              <a:buChar char="●"/>
              <a:defRPr/>
            </a:lvl7pPr>
            <a:lvl8pPr lvl="7" indent="-317500" marL="3657600" algn="ctr">
              <a:spcBef>
                <a:spcPts val="0"/>
              </a:spcBef>
              <a:spcAft>
                <a:spcPts val="0"/>
              </a:spcAft>
              <a:buSzPts val="1400"/>
              <a:buChar char="○"/>
              <a:defRPr/>
            </a:lvl8pPr>
            <a:lvl9pPr lvl="8" indent="-317500" marL="4114800" algn="ctr">
              <a:spcBef>
                <a:spcPts val="0"/>
              </a:spcBef>
              <a:spcAft>
                <a:spcPts val="0"/>
              </a:spcAft>
              <a:buSzPts val="1400"/>
              <a:buChar char="■"/>
              <a:defRPr/>
            </a:lvl9pPr>
          </a:lstStyle>
          <a:p/>
        </p:txBody>
      </p:sp>
      <p:sp>
        <p:nvSpPr>
          <p:cNvPr name="Google Shape;55;p11" id="55"/>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blank" matchingName="Blank">
  <p:cSld name="BLANK">
    <p:spTree>
      <p:nvGrpSpPr>
        <p:cNvPr name="Shape 56" id="56"/>
        <p:cNvGrpSpPr/>
        <p:nvPr/>
      </p:nvGrpSpPr>
      <p:grpSpPr>
        <a:xfrm>
          <a:off x="0" y="0"/>
          <a:ext cx="0" cy="0"/>
          <a:chOff x="0" y="0"/>
          <a:chExt cx="0" cy="0"/>
        </a:xfrm>
      </p:grpSpPr>
      <p:sp>
        <p:nvSpPr>
          <p:cNvPr name="Google Shape;57;p12" id="57"/>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 matchingName="タイトル スライド">
  <p:cSld name="TITLE">
    <p:spTree>
      <p:nvGrpSpPr>
        <p:cNvPr name="Shape 62" id="62"/>
        <p:cNvGrpSpPr/>
        <p:nvPr/>
      </p:nvGrpSpPr>
      <p:grpSpPr>
        <a:xfrm>
          <a:off x="0" y="0"/>
          <a:ext cx="0" cy="0"/>
          <a:chOff x="0" y="0"/>
          <a:chExt cx="0" cy="0"/>
        </a:xfrm>
      </p:grpSpPr>
      <p:sp>
        <p:nvSpPr>
          <p:cNvPr name="Google Shape;63;p14" id="63"/>
          <p:cNvSpPr txBox="1"/>
          <p:nvPr>
            <p:ph idx="1" type="subTitle"/>
          </p:nvPr>
        </p:nvSpPr>
        <p:spPr>
          <a:xfrm>
            <a:off x="1143000" y="2701528"/>
            <a:ext cx="6858000" cy="1241700"/>
          </a:xfrm>
          <a:prstGeom prst="rect">
            <a:avLst/>
          </a:prstGeom>
          <a:noFill/>
          <a:ln>
            <a:noFill/>
          </a:ln>
        </p:spPr>
        <p:txBody>
          <a:bodyPr lIns="91425" bIns="91425" anchor="t" rIns="91425" anchorCtr="0" wrap="square" spcFirstLastPara="1" tIns="91425">
            <a:normAutofit/>
          </a:bodyPr>
          <a:lstStyle>
            <a:lvl1pPr lvl="0" rtl="0" algn="ctr">
              <a:lnSpc>
                <a:spcPct val="115000"/>
              </a:lnSpc>
              <a:spcBef>
                <a:spcPts val="0"/>
              </a:spcBef>
              <a:spcAft>
                <a:spcPts val="0"/>
              </a:spcAft>
              <a:buSzPts val="1800"/>
              <a:buNone/>
              <a:defRPr sz="1440"/>
            </a:lvl1pPr>
            <a:lvl2pPr lvl="1" rtl="0" algn="ctr">
              <a:lnSpc>
                <a:spcPct val="115000"/>
              </a:lnSpc>
              <a:spcBef>
                <a:spcPts val="0"/>
              </a:spcBef>
              <a:spcAft>
                <a:spcPts val="0"/>
              </a:spcAft>
              <a:buSzPts val="1400"/>
              <a:buNone/>
              <a:defRPr sz="1200"/>
            </a:lvl2pPr>
            <a:lvl3pPr lvl="2" rtl="0" algn="ctr">
              <a:lnSpc>
                <a:spcPct val="115000"/>
              </a:lnSpc>
              <a:spcBef>
                <a:spcPts val="0"/>
              </a:spcBef>
              <a:spcAft>
                <a:spcPts val="0"/>
              </a:spcAft>
              <a:buSzPts val="1400"/>
              <a:buNone/>
              <a:defRPr sz="1080"/>
            </a:lvl3pPr>
            <a:lvl4pPr lvl="3" rtl="0" algn="ctr">
              <a:lnSpc>
                <a:spcPct val="115000"/>
              </a:lnSpc>
              <a:spcBef>
                <a:spcPts val="0"/>
              </a:spcBef>
              <a:spcAft>
                <a:spcPts val="0"/>
              </a:spcAft>
              <a:buSzPts val="1400"/>
              <a:buNone/>
              <a:defRPr sz="960"/>
            </a:lvl4pPr>
            <a:lvl5pPr lvl="4" rtl="0" algn="ctr">
              <a:lnSpc>
                <a:spcPct val="115000"/>
              </a:lnSpc>
              <a:spcBef>
                <a:spcPts val="0"/>
              </a:spcBef>
              <a:spcAft>
                <a:spcPts val="0"/>
              </a:spcAft>
              <a:buSzPts val="1400"/>
              <a:buNone/>
              <a:defRPr sz="960"/>
            </a:lvl5pPr>
            <a:lvl6pPr lvl="5" rtl="0" algn="ctr">
              <a:lnSpc>
                <a:spcPct val="115000"/>
              </a:lnSpc>
              <a:spcBef>
                <a:spcPts val="0"/>
              </a:spcBef>
              <a:spcAft>
                <a:spcPts val="0"/>
              </a:spcAft>
              <a:buSzPts val="1400"/>
              <a:buNone/>
              <a:defRPr sz="960"/>
            </a:lvl6pPr>
            <a:lvl7pPr lvl="6" rtl="0" algn="ctr">
              <a:lnSpc>
                <a:spcPct val="115000"/>
              </a:lnSpc>
              <a:spcBef>
                <a:spcPts val="0"/>
              </a:spcBef>
              <a:spcAft>
                <a:spcPts val="0"/>
              </a:spcAft>
              <a:buSzPts val="1400"/>
              <a:buNone/>
              <a:defRPr sz="960"/>
            </a:lvl7pPr>
            <a:lvl8pPr lvl="7" rtl="0" algn="ctr">
              <a:lnSpc>
                <a:spcPct val="115000"/>
              </a:lnSpc>
              <a:spcBef>
                <a:spcPts val="0"/>
              </a:spcBef>
              <a:spcAft>
                <a:spcPts val="0"/>
              </a:spcAft>
              <a:buSzPts val="1400"/>
              <a:buNone/>
              <a:defRPr sz="960"/>
            </a:lvl8pPr>
            <a:lvl9pPr lvl="8" rtl="0" algn="ctr">
              <a:lnSpc>
                <a:spcPct val="115000"/>
              </a:lnSpc>
              <a:spcBef>
                <a:spcPts val="0"/>
              </a:spcBef>
              <a:spcAft>
                <a:spcPts val="0"/>
              </a:spcAft>
              <a:buSzPts val="1400"/>
              <a:buNone/>
              <a:defRPr sz="960"/>
            </a:lvl9pPr>
          </a:lstStyle>
          <a:p/>
        </p:txBody>
      </p:sp>
      <p:sp>
        <p:nvSpPr>
          <p:cNvPr name="Google Shape;64;p14" id="64"/>
          <p:cNvSpPr txBox="1"/>
          <p:nvPr>
            <p:ph idx="10" type="dt"/>
          </p:nvPr>
        </p:nvSpPr>
        <p:spPr>
          <a:xfrm>
            <a:off x="0" y="0"/>
            <a:ext cx="3000000" cy="3000000"/>
          </a:xfrm>
          <a:prstGeom prst="rect">
            <a:avLst/>
          </a:prstGeom>
          <a:noFill/>
          <a:ln>
            <a:noFill/>
          </a:ln>
        </p:spPr>
        <p:txBody>
          <a:bodyPr lIns="91425" bIns="45700" anchor="t" rIns="91425" anchorCtr="0" wrap="square" spcFirstLastPara="1" tIns="45700">
            <a:noAutofit/>
          </a:bodyPr>
          <a:lstStyle>
            <a:lvl1pPr lvl="0"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9pPr>
          </a:lstStyle>
          <a:p/>
        </p:txBody>
      </p:sp>
      <p:sp>
        <p:nvSpPr>
          <p:cNvPr name="Google Shape;65;p14" id="65"/>
          <p:cNvSpPr txBox="1"/>
          <p:nvPr>
            <p:ph idx="11" type="ftr"/>
          </p:nvPr>
        </p:nvSpPr>
        <p:spPr>
          <a:xfrm>
            <a:off x="0" y="0"/>
            <a:ext cx="3000000" cy="3000000"/>
          </a:xfrm>
          <a:prstGeom prst="rect">
            <a:avLst/>
          </a:prstGeom>
          <a:noFill/>
          <a:ln>
            <a:noFill/>
          </a:ln>
        </p:spPr>
        <p:txBody>
          <a:bodyPr lIns="91425" bIns="45700" anchor="t" rIns="91425" anchorCtr="0" wrap="square" spcFirstLastPara="1" tIns="45700">
            <a:noAutofit/>
          </a:bodyPr>
          <a:lstStyle>
            <a:lvl1pPr lvl="0"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9pPr>
          </a:lstStyle>
          <a:p/>
        </p:txBody>
      </p:sp>
      <p:sp>
        <p:nvSpPr>
          <p:cNvPr name="Google Shape;66;p14" id="66"/>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rtl="0" marL="0" algn="r">
              <a:lnSpc>
                <a:spcPct val="100000"/>
              </a:lnSpc>
              <a:spcBef>
                <a:spcPts val="0"/>
              </a:spcBef>
              <a:spcAft>
                <a:spcPts val="0"/>
              </a:spcAft>
              <a:buSzPts val="1000"/>
              <a:buNone/>
              <a:defRPr/>
            </a:lvl1pPr>
            <a:lvl2pPr lvl="1" indent="0" rtl="0" marL="0" algn="r">
              <a:lnSpc>
                <a:spcPct val="100000"/>
              </a:lnSpc>
              <a:spcBef>
                <a:spcPts val="0"/>
              </a:spcBef>
              <a:spcAft>
                <a:spcPts val="0"/>
              </a:spcAft>
              <a:buSzPts val="1000"/>
              <a:buNone/>
              <a:defRPr/>
            </a:lvl2pPr>
            <a:lvl3pPr lvl="2" indent="0" rtl="0" marL="0" algn="r">
              <a:lnSpc>
                <a:spcPct val="100000"/>
              </a:lnSpc>
              <a:spcBef>
                <a:spcPts val="0"/>
              </a:spcBef>
              <a:spcAft>
                <a:spcPts val="0"/>
              </a:spcAft>
              <a:buSzPts val="1000"/>
              <a:buNone/>
              <a:defRPr/>
            </a:lvl3pPr>
            <a:lvl4pPr lvl="3" indent="0" rtl="0" marL="0" algn="r">
              <a:lnSpc>
                <a:spcPct val="100000"/>
              </a:lnSpc>
              <a:spcBef>
                <a:spcPts val="0"/>
              </a:spcBef>
              <a:spcAft>
                <a:spcPts val="0"/>
              </a:spcAft>
              <a:buSzPts val="1000"/>
              <a:buNone/>
              <a:defRPr/>
            </a:lvl4pPr>
            <a:lvl5pPr lvl="4" indent="0" rtl="0" marL="0" algn="r">
              <a:lnSpc>
                <a:spcPct val="100000"/>
              </a:lnSpc>
              <a:spcBef>
                <a:spcPts val="0"/>
              </a:spcBef>
              <a:spcAft>
                <a:spcPts val="0"/>
              </a:spcAft>
              <a:buSzPts val="1000"/>
              <a:buNone/>
              <a:defRPr/>
            </a:lvl5pPr>
            <a:lvl6pPr lvl="5" indent="0" rtl="0" marL="0" algn="r">
              <a:lnSpc>
                <a:spcPct val="100000"/>
              </a:lnSpc>
              <a:spcBef>
                <a:spcPts val="0"/>
              </a:spcBef>
              <a:spcAft>
                <a:spcPts val="0"/>
              </a:spcAft>
              <a:buSzPts val="1000"/>
              <a:buNone/>
              <a:defRPr/>
            </a:lvl6pPr>
            <a:lvl7pPr lvl="6" indent="0" rtl="0" marL="0" algn="r">
              <a:lnSpc>
                <a:spcPct val="100000"/>
              </a:lnSpc>
              <a:spcBef>
                <a:spcPts val="0"/>
              </a:spcBef>
              <a:spcAft>
                <a:spcPts val="0"/>
              </a:spcAft>
              <a:buSzPts val="1000"/>
              <a:buNone/>
              <a:defRPr/>
            </a:lvl7pPr>
            <a:lvl8pPr lvl="7" indent="0" rtl="0" marL="0" algn="r">
              <a:lnSpc>
                <a:spcPct val="100000"/>
              </a:lnSpc>
              <a:spcBef>
                <a:spcPts val="0"/>
              </a:spcBef>
              <a:spcAft>
                <a:spcPts val="0"/>
              </a:spcAft>
              <a:buSzPts val="1000"/>
              <a:buNone/>
              <a:defRPr/>
            </a:lvl8pPr>
            <a:lvl9pPr lvl="8" indent="0" rtl="0" marL="0" algn="r">
              <a:lnSpc>
                <a:spcPct val="100000"/>
              </a:lnSpc>
              <a:spcBef>
                <a:spcPts val="0"/>
              </a:spcBef>
              <a:spcAft>
                <a:spcPts val="0"/>
              </a:spcAft>
              <a:buSzPts val="1000"/>
              <a:buNone/>
              <a:defRPr/>
            </a:lvl9pPr>
          </a:lstStyle>
          <a:p>
            <a:pPr lvl="0" indent="0" rtl="0" marL="0" algn="r">
              <a:spcBef>
                <a:spcPts val="0"/>
              </a:spcBef>
              <a:spcAft>
                <a:spcPts val="0"/>
              </a:spcAft>
              <a:buNone/>
            </a:pPr>
            <a:fld id="{00000000-1234-1234-1234-123412341234}" type="slidenum">
              <a:rPr lang="ja"/>
              <a:t>‹#›</a:t>
            </a:fld>
            <a:endParaRPr/>
          </a:p>
        </p:txBody>
      </p:sp>
      <p:pic>
        <p:nvPicPr>
          <p:cNvPr descr="Image number 7" name="Google Shape;67;p14" id="67"/>
          <p:cNvPicPr preferRelativeResize="0"/>
          <p:nvPr/>
        </p:nvPicPr>
        <p:blipFill rotWithShape="1">
          <a:blip r:embed="rId2">
            <a:alphaModFix/>
          </a:blip>
          <a:srcRect b="0" r="0" t="0" l="0"/>
          <a:stretch/>
        </p:blipFill>
        <p:spPr>
          <a:xfrm>
            <a:off x="0" y="0"/>
            <a:ext cx="6858000" cy="5143500"/>
          </a:xfrm>
          <a:prstGeom prst="rect">
            <a:avLst/>
          </a:prstGeom>
          <a:noFill/>
          <a:ln>
            <a:noFill/>
          </a:ln>
        </p:spPr>
      </p:pic>
      <p:pic>
        <p:nvPicPr>
          <p:cNvPr descr="アイコン が含まれている画像  自動的に生成された説明" name="Google Shape;68;p14" id="68"/>
          <p:cNvPicPr preferRelativeResize="0"/>
          <p:nvPr/>
        </p:nvPicPr>
        <p:blipFill rotWithShape="1">
          <a:blip r:embed="rId3">
            <a:alphaModFix/>
          </a:blip>
          <a:srcRect b="0" r="0" t="0" l="0"/>
          <a:stretch/>
        </p:blipFill>
        <p:spPr>
          <a:xfrm>
            <a:off x="6823292" y="4476850"/>
            <a:ext cx="1101674" cy="701177"/>
          </a:xfrm>
          <a:prstGeom prst="rect">
            <a:avLst/>
          </a:prstGeom>
          <a:noFill/>
          <a:ln>
            <a:noFill/>
          </a:ln>
        </p:spPr>
      </p:pic>
      <p:sp>
        <p:nvSpPr>
          <p:cNvPr name="Google Shape;69;p14" id="69"/>
          <p:cNvSpPr txBox="1"/>
          <p:nvPr>
            <p:ph type="ctrTitle"/>
          </p:nvPr>
        </p:nvSpPr>
        <p:spPr>
          <a:xfrm>
            <a:off x="0" y="4113454"/>
            <a:ext cx="6858000" cy="726900"/>
          </a:xfrm>
          <a:prstGeom prst="rect">
            <a:avLst/>
          </a:prstGeom>
          <a:solidFill>
            <a:schemeClr val="lt1">
              <a:alpha val="69800"/>
            </a:schemeClr>
          </a:solidFill>
          <a:ln>
            <a:noFill/>
          </a:ln>
        </p:spPr>
        <p:txBody>
          <a:bodyPr lIns="91425" bIns="91425" anchor="b" rIns="91425" anchorCtr="0" wrap="square" spcFirstLastPara="1" tIns="91425">
            <a:noAutofit/>
          </a:bodyPr>
          <a:lstStyle>
            <a:lvl1pPr lvl="0" rtl="0" algn="ctr">
              <a:lnSpc>
                <a:spcPct val="100000"/>
              </a:lnSpc>
              <a:spcBef>
                <a:spcPts val="0"/>
              </a:spcBef>
              <a:spcAft>
                <a:spcPts val="0"/>
              </a:spcAft>
              <a:buSzPts val="3000"/>
              <a:buNone/>
              <a:defRPr sz="3200">
                <a:latin typeface="Arial"/>
                <a:ea typeface="Arial"/>
                <a:cs typeface="Arial"/>
                <a:sym typeface="Arial"/>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name="Google Shape;70;p14" id="70"/>
          <p:cNvSpPr txBox="1"/>
          <p:nvPr/>
        </p:nvSpPr>
        <p:spPr>
          <a:xfrm>
            <a:off x="-1" y="2986862"/>
            <a:ext cx="6900300" cy="1115100"/>
          </a:xfrm>
          <a:prstGeom prst="rect">
            <a:avLst/>
          </a:prstGeom>
          <a:solidFill>
            <a:schemeClr val="lt1">
              <a:alpha val="69800"/>
            </a:schemeClr>
          </a:solidFill>
          <a:ln>
            <a:noFill/>
          </a:ln>
        </p:spPr>
        <p:txBody>
          <a:bodyPr lIns="91425" bIns="91425" anchor="b" rIns="91425" anchorCtr="0" wrap="square" spcFirstLastPara="1" tIns="91425">
            <a:noAutofit/>
          </a:bodyPr>
          <a:lstStyle/>
          <a:p>
            <a:pPr lvl="0" indent="0" marR="0" rtl="0" marL="0" algn="ctr">
              <a:lnSpc>
                <a:spcPct val="100000"/>
              </a:lnSpc>
              <a:spcBef>
                <a:spcPts val="0"/>
              </a:spcBef>
              <a:spcAft>
                <a:spcPts val="0"/>
              </a:spcAft>
              <a:buClr>
                <a:schemeClr val="dk1"/>
              </a:buClr>
              <a:buSzPts val="3000"/>
              <a:buFont typeface="Roboto Slab Light"/>
              <a:buNone/>
            </a:pPr>
            <a:r>
              <a:rPr b="0" cap="none" u="none" sz="5400" strike="noStrike" i="0" lang="ja">
                <a:solidFill>
                  <a:schemeClr val="dk1"/>
                </a:solidFill>
                <a:latin typeface="Arial"/>
                <a:ea typeface="Arial"/>
                <a:cs typeface="Arial"/>
                <a:sym typeface="Arial"/>
              </a:rPr>
              <a:t>Japan Local Meetup</a:t>
            </a:r>
            <a:endParaRPr b="0" cap="none" u="none" sz="5400" strike="noStrike" i="0">
              <a:solidFill>
                <a:schemeClr val="dk1"/>
              </a:solidFill>
              <a:latin typeface="Arial"/>
              <a:ea typeface="Arial"/>
              <a:cs typeface="Arial"/>
              <a:sym typeface="Arial"/>
            </a:endParaRPr>
          </a:p>
        </p:txBody>
      </p:sp>
      <p:pic>
        <p:nvPicPr>
          <p:cNvPr name="Google Shape;71;p14" id="71"/>
          <p:cNvPicPr preferRelativeResize="0"/>
          <p:nvPr/>
        </p:nvPicPr>
        <p:blipFill rotWithShape="1">
          <a:blip r:embed="rId4">
            <a:alphaModFix/>
          </a:blip>
          <a:srcRect b="0" r="0" t="0" l="0"/>
          <a:stretch/>
        </p:blipFill>
        <p:spPr>
          <a:xfrm>
            <a:off x="7976988" y="4548211"/>
            <a:ext cx="1115497" cy="59528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x" matchingName="Title and body">
  <p:cSld name="TITLE_AND_BODY">
    <p:spTree>
      <p:nvGrpSpPr>
        <p:cNvPr name="Shape 72" id="72"/>
        <p:cNvGrpSpPr/>
        <p:nvPr/>
      </p:nvGrpSpPr>
      <p:grpSpPr>
        <a:xfrm>
          <a:off x="0" y="0"/>
          <a:ext cx="0" cy="0"/>
          <a:chOff x="0" y="0"/>
          <a:chExt cx="0" cy="0"/>
        </a:xfrm>
      </p:grpSpPr>
      <p:sp>
        <p:nvSpPr>
          <p:cNvPr name="Google Shape;73;p15" id="73"/>
          <p:cNvSpPr/>
          <p:nvPr/>
        </p:nvSpPr>
        <p:spPr>
          <a:xfrm>
            <a:off x="8432941" y="4431167"/>
            <a:ext cx="724200" cy="724200"/>
          </a:xfrm>
          <a:prstGeom prst="rect">
            <a:avLst/>
          </a:prstGeom>
          <a:solidFill>
            <a:schemeClr val="accent2"/>
          </a:solidFill>
          <a:ln>
            <a:noFill/>
          </a:ln>
        </p:spPr>
        <p:txBody>
          <a:bodyPr lIns="91425" bIns="91425" anchor="ctr" rIns="91425" anchorCtr="0" wrap="square" spcFirstLastPara="1" tIns="91425">
            <a:noAutofit/>
          </a:bodyPr>
          <a:lstStyle/>
          <a:p>
            <a:pPr lvl="0" indent="0" marR="0" rtl="0" marL="0" algn="l">
              <a:lnSpc>
                <a:spcPct val="100000"/>
              </a:lnSpc>
              <a:spcBef>
                <a:spcPts val="0"/>
              </a:spcBef>
              <a:spcAft>
                <a:spcPts val="0"/>
              </a:spcAft>
              <a:buClr>
                <a:srgbClr val="000000"/>
              </a:buClr>
              <a:buSzPts val="1400"/>
              <a:buFont typeface="Arial"/>
              <a:buNone/>
            </a:pPr>
            <a:r>
              <a:t/>
            </a:r>
            <a:endParaRPr b="0" cap="none" u="none" sz="1400" strike="noStrike" i="0">
              <a:solidFill>
                <a:srgbClr val="000000"/>
              </a:solidFill>
              <a:latin typeface="Arial"/>
              <a:ea typeface="Arial"/>
              <a:cs typeface="Arial"/>
              <a:sym typeface="Arial"/>
            </a:endParaRPr>
          </a:p>
        </p:txBody>
      </p:sp>
      <p:sp>
        <p:nvSpPr>
          <p:cNvPr name="Google Shape;74;p15" id="74"/>
          <p:cNvSpPr/>
          <p:nvPr/>
        </p:nvSpPr>
        <p:spPr>
          <a:xfrm rot="10800000">
            <a:off x="7701526" y="4431200"/>
            <a:ext cx="731400" cy="730500"/>
          </a:xfrm>
          <a:prstGeom prst="rtTriangle">
            <a:avLst/>
          </a:prstGeom>
          <a:solidFill>
            <a:schemeClr val="accent1"/>
          </a:solidFill>
          <a:ln>
            <a:noFill/>
          </a:ln>
        </p:spPr>
        <p:txBody>
          <a:bodyPr lIns="91425" bIns="91425" anchor="ctr" rIns="91425" anchorCtr="0" wrap="square" spcFirstLastPara="1" tIns="91425">
            <a:noAutofit/>
          </a:bodyPr>
          <a:lstStyle/>
          <a:p>
            <a:pPr lvl="0" indent="0" marR="0" rtl="0" marL="0" algn="l">
              <a:lnSpc>
                <a:spcPct val="100000"/>
              </a:lnSpc>
              <a:spcBef>
                <a:spcPts val="0"/>
              </a:spcBef>
              <a:spcAft>
                <a:spcPts val="0"/>
              </a:spcAft>
              <a:buClr>
                <a:srgbClr val="000000"/>
              </a:buClr>
              <a:buSzPts val="1400"/>
              <a:buFont typeface="Arial"/>
              <a:buNone/>
            </a:pPr>
            <a:r>
              <a:t/>
            </a:r>
            <a:endParaRPr b="0" cap="none" u="none" sz="1400" strike="noStrike" i="0">
              <a:solidFill>
                <a:srgbClr val="000000"/>
              </a:solidFill>
              <a:latin typeface="Arial"/>
              <a:ea typeface="Arial"/>
              <a:cs typeface="Arial"/>
              <a:sym typeface="Arial"/>
            </a:endParaRPr>
          </a:p>
        </p:txBody>
      </p:sp>
      <p:sp>
        <p:nvSpPr>
          <p:cNvPr name="Google Shape;75;p15" id="75"/>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name="Google Shape;76;p15" id="76"/>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1pPr>
            <a:lvl2pPr lvl="1"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2pPr>
            <a:lvl3pPr lvl="2"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3pPr>
            <a:lvl4pPr lvl="3"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4pPr>
            <a:lvl5pPr lvl="4"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5pPr>
            <a:lvl6pPr lvl="5"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6pPr>
            <a:lvl7pPr lvl="6"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7pPr>
            <a:lvl8pPr lvl="7"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8pPr>
            <a:lvl9pPr lvl="8"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9pPr>
          </a:lstStyle>
          <a:p>
            <a:pPr lvl="0" indent="0" rtl="0" marL="0" algn="r">
              <a:spcBef>
                <a:spcPts val="0"/>
              </a:spcBef>
              <a:spcAft>
                <a:spcPts val="0"/>
              </a:spcAft>
              <a:buNone/>
            </a:pPr>
            <a:fld id="{00000000-1234-1234-1234-123412341234}" type="slidenum">
              <a:rPr lang="ja"/>
              <a:t>‹#›</a:t>
            </a:fld>
            <a:endParaRPr/>
          </a:p>
        </p:txBody>
      </p:sp>
      <p:sp>
        <p:nvSpPr>
          <p:cNvPr name="Google Shape;77;p15" id="77"/>
          <p:cNvSpPr/>
          <p:nvPr/>
        </p:nvSpPr>
        <p:spPr>
          <a:xfrm>
            <a:off x="8418600" y="0"/>
            <a:ext cx="725400" cy="725400"/>
          </a:xfrm>
          <a:prstGeom prst="rect">
            <a:avLst/>
          </a:prstGeom>
          <a:solidFill>
            <a:schemeClr val="accent4"/>
          </a:solidFill>
          <a:ln>
            <a:noFill/>
          </a:ln>
        </p:spPr>
        <p:txBody>
          <a:bodyPr lIns="91425" bIns="91425" anchor="ctr" rIns="91425" anchorCtr="0" wrap="square" spcFirstLastPara="1" tIns="91425">
            <a:noAutofit/>
          </a:bodyPr>
          <a:lstStyle/>
          <a:p>
            <a:pPr lvl="0" indent="0" marR="0" rtl="0" marL="0" algn="l">
              <a:lnSpc>
                <a:spcPct val="100000"/>
              </a:lnSpc>
              <a:spcBef>
                <a:spcPts val="0"/>
              </a:spcBef>
              <a:spcAft>
                <a:spcPts val="0"/>
              </a:spcAft>
              <a:buClr>
                <a:srgbClr val="000000"/>
              </a:buClr>
              <a:buSzPts val="1400"/>
              <a:buFont typeface="Arial"/>
              <a:buNone/>
            </a:pPr>
            <a:r>
              <a:t/>
            </a:r>
            <a:endParaRPr b="0" cap="none" u="none" sz="1400" strike="noStrike" i="0">
              <a:solidFill>
                <a:srgbClr val="000000"/>
              </a:solidFill>
              <a:latin typeface="Arial"/>
              <a:ea typeface="Arial"/>
              <a:cs typeface="Arial"/>
              <a:sym typeface="Arial"/>
            </a:endParaRPr>
          </a:p>
        </p:txBody>
      </p:sp>
      <p:sp>
        <p:nvSpPr>
          <p:cNvPr name="Google Shape;78;p15" id="78"/>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a:bodyPr>
          <a:lstStyle>
            <a:lvl1pPr lvl="0" indent="-342900" rtl="0" marL="457200" algn="l">
              <a:lnSpc>
                <a:spcPct val="115000"/>
              </a:lnSpc>
              <a:spcBef>
                <a:spcPts val="0"/>
              </a:spcBef>
              <a:spcAft>
                <a:spcPts val="0"/>
              </a:spcAft>
              <a:buSzPts val="1800"/>
              <a:buChar char="●"/>
              <a:defRPr/>
            </a:lvl1pPr>
            <a:lvl2pPr lvl="1" indent="-317500" rtl="0" marL="914400" algn="l">
              <a:lnSpc>
                <a:spcPct val="115000"/>
              </a:lnSpc>
              <a:spcBef>
                <a:spcPts val="0"/>
              </a:spcBef>
              <a:spcAft>
                <a:spcPts val="0"/>
              </a:spcAft>
              <a:buSzPts val="1400"/>
              <a:buChar char="○"/>
              <a:defRPr/>
            </a:lvl2pPr>
            <a:lvl3pPr lvl="2" indent="-317500" rtl="0" marL="1371600" algn="l">
              <a:lnSpc>
                <a:spcPct val="115000"/>
              </a:lnSpc>
              <a:spcBef>
                <a:spcPts val="0"/>
              </a:spcBef>
              <a:spcAft>
                <a:spcPts val="0"/>
              </a:spcAft>
              <a:buSzPts val="1400"/>
              <a:buChar char="■"/>
              <a:defRPr/>
            </a:lvl3pPr>
            <a:lvl4pPr lvl="3" indent="-317500" rtl="0" marL="1828800" algn="l">
              <a:lnSpc>
                <a:spcPct val="115000"/>
              </a:lnSpc>
              <a:spcBef>
                <a:spcPts val="0"/>
              </a:spcBef>
              <a:spcAft>
                <a:spcPts val="0"/>
              </a:spcAft>
              <a:buSzPts val="1400"/>
              <a:buChar char="●"/>
              <a:defRPr/>
            </a:lvl4pPr>
            <a:lvl5pPr lvl="4" indent="-317500" rtl="0" marL="2286000" algn="l">
              <a:lnSpc>
                <a:spcPct val="115000"/>
              </a:lnSpc>
              <a:spcBef>
                <a:spcPts val="0"/>
              </a:spcBef>
              <a:spcAft>
                <a:spcPts val="0"/>
              </a:spcAft>
              <a:buSzPts val="1400"/>
              <a:buChar char="○"/>
              <a:defRPr/>
            </a:lvl5pPr>
            <a:lvl6pPr lvl="5" indent="-317500" rtl="0" marL="2743200" algn="l">
              <a:lnSpc>
                <a:spcPct val="115000"/>
              </a:lnSpc>
              <a:spcBef>
                <a:spcPts val="0"/>
              </a:spcBef>
              <a:spcAft>
                <a:spcPts val="0"/>
              </a:spcAft>
              <a:buSzPts val="1400"/>
              <a:buChar char="■"/>
              <a:defRPr/>
            </a:lvl6pPr>
            <a:lvl7pPr lvl="6" indent="-317500" rtl="0" marL="3200400" algn="l">
              <a:lnSpc>
                <a:spcPct val="115000"/>
              </a:lnSpc>
              <a:spcBef>
                <a:spcPts val="0"/>
              </a:spcBef>
              <a:spcAft>
                <a:spcPts val="0"/>
              </a:spcAft>
              <a:buSzPts val="1400"/>
              <a:buChar char="●"/>
              <a:defRPr/>
            </a:lvl7pPr>
            <a:lvl8pPr lvl="7" indent="-317500" rtl="0" marL="3657600" algn="l">
              <a:lnSpc>
                <a:spcPct val="115000"/>
              </a:lnSpc>
              <a:spcBef>
                <a:spcPts val="0"/>
              </a:spcBef>
              <a:spcAft>
                <a:spcPts val="0"/>
              </a:spcAft>
              <a:buSzPts val="1400"/>
              <a:buChar char="○"/>
              <a:defRPr/>
            </a:lvl8pPr>
            <a:lvl9pPr lvl="8" indent="-317500" rtl="0" marL="4114800" algn="l">
              <a:lnSpc>
                <a:spcPct val="115000"/>
              </a:lnSpc>
              <a:spcBef>
                <a:spcPts val="0"/>
              </a:spcBef>
              <a:spcAft>
                <a:spcPts val="0"/>
              </a:spcAft>
              <a:buSzPts val="1400"/>
              <a:buChar char="■"/>
              <a:defRPr/>
            </a:lvl9pPr>
          </a:lstStyle>
          <a:p/>
        </p:txBody>
      </p:sp>
      <p:pic>
        <p:nvPicPr>
          <p:cNvPr name="Google Shape;79;p15" id="79"/>
          <p:cNvPicPr preferRelativeResize="0"/>
          <p:nvPr/>
        </p:nvPicPr>
        <p:blipFill rotWithShape="1">
          <a:blip r:embed="rId2">
            <a:alphaModFix/>
          </a:blip>
          <a:srcRect b="0" r="0" t="0" l="0"/>
          <a:stretch/>
        </p:blipFill>
        <p:spPr>
          <a:xfrm>
            <a:off x="190335" y="4651200"/>
            <a:ext cx="970780" cy="319850"/>
          </a:xfrm>
          <a:prstGeom prst="rect">
            <a:avLst/>
          </a:prstGeom>
          <a:noFill/>
          <a:ln>
            <a:noFill/>
          </a:ln>
        </p:spPr>
      </p:pic>
      <p:pic>
        <p:nvPicPr>
          <p:cNvPr name="Google Shape;80;p15" id="80"/>
          <p:cNvPicPr preferRelativeResize="0"/>
          <p:nvPr/>
        </p:nvPicPr>
        <p:blipFill rotWithShape="1">
          <a:blip r:embed="rId3">
            <a:alphaModFix/>
          </a:blip>
          <a:srcRect b="0" r="0" t="0" l="0"/>
          <a:stretch/>
        </p:blipFill>
        <p:spPr>
          <a:xfrm>
            <a:off x="1315843" y="4618434"/>
            <a:ext cx="673324" cy="385382"/>
          </a:xfrm>
          <a:prstGeom prst="rect">
            <a:avLst/>
          </a:prstGeom>
          <a:noFill/>
          <a:ln>
            <a:noFill/>
          </a:ln>
        </p:spPr>
      </p:pic>
      <p:pic>
        <p:nvPicPr>
          <p:cNvPr name="Google Shape;81;p15" id="81"/>
          <p:cNvPicPr preferRelativeResize="0"/>
          <p:nvPr/>
        </p:nvPicPr>
        <p:blipFill rotWithShape="1">
          <a:blip r:embed="rId4">
            <a:alphaModFix/>
          </a:blip>
          <a:srcRect b="0" r="0" t="0" l="0"/>
          <a:stretch/>
        </p:blipFill>
        <p:spPr>
          <a:xfrm>
            <a:off x="2198020" y="4550887"/>
            <a:ext cx="1212850" cy="6064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name="Shape 82" id="82"/>
        <p:cNvGrpSpPr/>
        <p:nvPr/>
      </p:nvGrpSpPr>
      <p:grpSpPr>
        <a:xfrm>
          <a:off x="0" y="0"/>
          <a:ext cx="0" cy="0"/>
          <a:chOff x="0" y="0"/>
          <a:chExt cx="0" cy="0"/>
        </a:xfrm>
      </p:grpSpPr>
      <p:sp>
        <p:nvSpPr>
          <p:cNvPr name="Google Shape;83;p16" id="83"/>
          <p:cNvSpPr txBox="1"/>
          <p:nvPr>
            <p:ph idx="1" type="body"/>
          </p:nvPr>
        </p:nvSpPr>
        <p:spPr>
          <a:xfrm>
            <a:off x="319500" y="4230575"/>
            <a:ext cx="5998800" cy="598800"/>
          </a:xfrm>
          <a:prstGeom prst="rect">
            <a:avLst/>
          </a:prstGeom>
          <a:noFill/>
          <a:ln>
            <a:noFill/>
          </a:ln>
        </p:spPr>
        <p:txBody>
          <a:bodyPr lIns="91425" bIns="91425" anchor="ctr" rIns="91425" anchorCtr="0" wrap="square" spcFirstLastPara="1" tIns="91425">
            <a:normAutofit/>
          </a:bodyPr>
          <a:lstStyle>
            <a:lvl1pPr lvl="0" indent="-228600" rtl="0" marL="457200" algn="l">
              <a:lnSpc>
                <a:spcPct val="100000"/>
              </a:lnSpc>
              <a:spcBef>
                <a:spcPts val="0"/>
              </a:spcBef>
              <a:spcAft>
                <a:spcPts val="0"/>
              </a:spcAft>
              <a:buSzPts val="1800"/>
              <a:buNone/>
              <a:defRPr/>
            </a:lvl1pPr>
            <a:lvl2pPr lvl="1" indent="-317500" rtl="0" marL="914400" algn="l">
              <a:lnSpc>
                <a:spcPct val="115000"/>
              </a:lnSpc>
              <a:spcBef>
                <a:spcPts val="0"/>
              </a:spcBef>
              <a:spcAft>
                <a:spcPts val="0"/>
              </a:spcAft>
              <a:buSzPts val="1400"/>
              <a:buChar char="○"/>
              <a:defRPr/>
            </a:lvl2pPr>
            <a:lvl3pPr lvl="2" indent="-317500" rtl="0" marL="1371600" algn="l">
              <a:lnSpc>
                <a:spcPct val="115000"/>
              </a:lnSpc>
              <a:spcBef>
                <a:spcPts val="0"/>
              </a:spcBef>
              <a:spcAft>
                <a:spcPts val="0"/>
              </a:spcAft>
              <a:buSzPts val="1400"/>
              <a:buChar char="■"/>
              <a:defRPr/>
            </a:lvl3pPr>
            <a:lvl4pPr lvl="3" indent="-317500" rtl="0" marL="1828800" algn="l">
              <a:lnSpc>
                <a:spcPct val="115000"/>
              </a:lnSpc>
              <a:spcBef>
                <a:spcPts val="0"/>
              </a:spcBef>
              <a:spcAft>
                <a:spcPts val="0"/>
              </a:spcAft>
              <a:buSzPts val="1400"/>
              <a:buChar char="●"/>
              <a:defRPr/>
            </a:lvl4pPr>
            <a:lvl5pPr lvl="4" indent="-317500" rtl="0" marL="2286000" algn="l">
              <a:lnSpc>
                <a:spcPct val="115000"/>
              </a:lnSpc>
              <a:spcBef>
                <a:spcPts val="0"/>
              </a:spcBef>
              <a:spcAft>
                <a:spcPts val="0"/>
              </a:spcAft>
              <a:buSzPts val="1400"/>
              <a:buChar char="○"/>
              <a:defRPr/>
            </a:lvl5pPr>
            <a:lvl6pPr lvl="5" indent="-317500" rtl="0" marL="2743200" algn="l">
              <a:lnSpc>
                <a:spcPct val="115000"/>
              </a:lnSpc>
              <a:spcBef>
                <a:spcPts val="0"/>
              </a:spcBef>
              <a:spcAft>
                <a:spcPts val="0"/>
              </a:spcAft>
              <a:buSzPts val="1400"/>
              <a:buChar char="■"/>
              <a:defRPr/>
            </a:lvl6pPr>
            <a:lvl7pPr lvl="6" indent="-317500" rtl="0" marL="3200400" algn="l">
              <a:lnSpc>
                <a:spcPct val="115000"/>
              </a:lnSpc>
              <a:spcBef>
                <a:spcPts val="0"/>
              </a:spcBef>
              <a:spcAft>
                <a:spcPts val="0"/>
              </a:spcAft>
              <a:buSzPts val="1400"/>
              <a:buChar char="●"/>
              <a:defRPr/>
            </a:lvl7pPr>
            <a:lvl8pPr lvl="7" indent="-317500" rtl="0" marL="3657600" algn="l">
              <a:lnSpc>
                <a:spcPct val="115000"/>
              </a:lnSpc>
              <a:spcBef>
                <a:spcPts val="0"/>
              </a:spcBef>
              <a:spcAft>
                <a:spcPts val="0"/>
              </a:spcAft>
              <a:buSzPts val="1400"/>
              <a:buChar char="○"/>
              <a:defRPr/>
            </a:lvl8pPr>
            <a:lvl9pPr lvl="8" indent="-317500" rtl="0" marL="4114800" algn="l">
              <a:lnSpc>
                <a:spcPct val="115000"/>
              </a:lnSpc>
              <a:spcBef>
                <a:spcPts val="0"/>
              </a:spcBef>
              <a:spcAft>
                <a:spcPts val="0"/>
              </a:spcAft>
              <a:buSzPts val="1400"/>
              <a:buChar char="■"/>
              <a:defRPr/>
            </a:lvl9pPr>
          </a:lstStyle>
          <a:p/>
        </p:txBody>
      </p:sp>
      <p:sp>
        <p:nvSpPr>
          <p:cNvPr name="Google Shape;84;p16" id="84"/>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1pPr>
            <a:lvl2pPr lvl="1"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2pPr>
            <a:lvl3pPr lvl="2"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3pPr>
            <a:lvl4pPr lvl="3"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4pPr>
            <a:lvl5pPr lvl="4"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5pPr>
            <a:lvl6pPr lvl="5"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6pPr>
            <a:lvl7pPr lvl="6"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7pPr>
            <a:lvl8pPr lvl="7"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8pPr>
            <a:lvl9pPr lvl="8"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9pPr>
          </a:lstStyle>
          <a:p>
            <a:pPr lvl="0" indent="0" rtl="0" marL="0" algn="r">
              <a:spcBef>
                <a:spcPts val="0"/>
              </a:spcBef>
              <a:spcAft>
                <a:spcPts val="0"/>
              </a:spcAft>
              <a:buNone/>
            </a:pPr>
            <a:fld id="{00000000-1234-1234-1234-123412341234}" type="slidenum">
              <a:rPr lang="ja"/>
              <a:t>‹#›</a:t>
            </a:fld>
            <a:endParaRPr/>
          </a:p>
        </p:txBody>
      </p:sp>
      <p:pic>
        <p:nvPicPr>
          <p:cNvPr name="Google Shape;85;p16" id="85"/>
          <p:cNvPicPr preferRelativeResize="0"/>
          <p:nvPr/>
        </p:nvPicPr>
        <p:blipFill rotWithShape="1">
          <a:blip r:embed="rId2">
            <a:alphaModFix/>
          </a:blip>
          <a:srcRect b="0" r="0" t="0" l="0"/>
          <a:stretch/>
        </p:blipFill>
        <p:spPr>
          <a:xfrm>
            <a:off x="4572000" y="1866900"/>
            <a:ext cx="2641600" cy="1409700"/>
          </a:xfrm>
          <a:prstGeom prst="rect">
            <a:avLst/>
          </a:prstGeom>
          <a:noFill/>
          <a:ln>
            <a:noFill/>
          </a:ln>
        </p:spPr>
      </p:pic>
      <p:pic>
        <p:nvPicPr>
          <p:cNvPr descr="アイコン が含まれている画像  自動的に生成された説明" name="Google Shape;86;p16" id="86"/>
          <p:cNvPicPr preferRelativeResize="0"/>
          <p:nvPr/>
        </p:nvPicPr>
        <p:blipFill rotWithShape="1">
          <a:blip r:embed="rId3">
            <a:alphaModFix/>
          </a:blip>
          <a:srcRect b="0" r="0" t="0" l="0"/>
          <a:stretch/>
        </p:blipFill>
        <p:spPr>
          <a:xfrm>
            <a:off x="1734207" y="1779785"/>
            <a:ext cx="2351763" cy="149681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リスト表記)">
  <p:cSld name="ユーザー設定レイアウト(リスト表記)">
    <p:spTree>
      <p:nvGrpSpPr>
        <p:cNvPr name="Shape 87" id="87"/>
        <p:cNvGrpSpPr/>
        <p:nvPr/>
      </p:nvGrpSpPr>
      <p:grpSpPr>
        <a:xfrm>
          <a:off x="0" y="0"/>
          <a:ext cx="0" cy="0"/>
          <a:chOff x="0" y="0"/>
          <a:chExt cx="0" cy="0"/>
        </a:xfrm>
      </p:grpSpPr>
      <p:sp>
        <p:nvSpPr>
          <p:cNvPr name="Google Shape;88;p17" id="88"/>
          <p:cNvSpPr txBox="1"/>
          <p:nvPr>
            <p:ph idx="1" type="body"/>
          </p:nvPr>
        </p:nvSpPr>
        <p:spPr>
          <a:xfrm>
            <a:off x="313421" y="935185"/>
            <a:ext cx="8578200" cy="3771900"/>
          </a:xfrm>
          <a:prstGeom prst="rect">
            <a:avLst/>
          </a:prstGeom>
          <a:noFill/>
          <a:ln>
            <a:noFill/>
          </a:ln>
        </p:spPr>
        <p:txBody>
          <a:bodyPr lIns="68575" bIns="34275" anchor="t" rIns="68575" anchorCtr="0" wrap="square" spcFirstLastPara="1" tIns="34275">
            <a:normAutofit/>
          </a:bodyPr>
          <a:lstStyle>
            <a:lvl1pPr lvl="0" indent="-361950" marR="0" marL="457200" algn="l">
              <a:lnSpc>
                <a:spcPct val="90000"/>
              </a:lnSpc>
              <a:spcBef>
                <a:spcPts val="800"/>
              </a:spcBef>
              <a:spcAft>
                <a:spcPts val="0"/>
              </a:spcAft>
              <a:buClr>
                <a:schemeClr val="accent1"/>
              </a:buClr>
              <a:buSzPts val="2100"/>
              <a:buFont typeface="Noto Sans Symbols"/>
              <a:buChar char="■"/>
              <a:defRPr b="0" cap="none" u="none" sz="1680" strike="noStrike" i="0">
                <a:solidFill>
                  <a:schemeClr val="dk1"/>
                </a:solidFill>
                <a:latin typeface="Calibri"/>
                <a:ea typeface="Calibri"/>
                <a:cs typeface="Calibri"/>
                <a:sym typeface="Calibri"/>
              </a:defRPr>
            </a:lvl1pPr>
            <a:lvl2pPr lvl="1" indent="-342900" marR="0" marL="914400" algn="l">
              <a:lnSpc>
                <a:spcPct val="90000"/>
              </a:lnSpc>
              <a:spcBef>
                <a:spcPts val="400"/>
              </a:spcBef>
              <a:spcAft>
                <a:spcPts val="0"/>
              </a:spcAft>
              <a:buClr>
                <a:schemeClr val="accent1"/>
              </a:buClr>
              <a:buSzPts val="1800"/>
              <a:buFont typeface="Noto Sans Symbols"/>
              <a:buChar char="●"/>
              <a:defRPr b="0" cap="none" u="none" sz="1440" strike="noStrike" i="0">
                <a:solidFill>
                  <a:schemeClr val="dk1"/>
                </a:solidFill>
                <a:latin typeface="Calibri"/>
                <a:ea typeface="Calibri"/>
                <a:cs typeface="Calibri"/>
                <a:sym typeface="Calibri"/>
              </a:defRPr>
            </a:lvl2pPr>
            <a:lvl3pPr lvl="2" indent="-323850" marR="0" marL="1371600" algn="l">
              <a:lnSpc>
                <a:spcPct val="90000"/>
              </a:lnSpc>
              <a:spcBef>
                <a:spcPts val="400"/>
              </a:spcBef>
              <a:spcAft>
                <a:spcPts val="0"/>
              </a:spcAft>
              <a:buClr>
                <a:schemeClr val="dk2"/>
              </a:buClr>
              <a:buSzPts val="1500"/>
              <a:buFont typeface="Noto Sans Symbols"/>
              <a:buChar char="■"/>
              <a:defRPr b="0" cap="none" u="none" sz="1200" strike="noStrike" i="0">
                <a:solidFill>
                  <a:schemeClr val="dk1"/>
                </a:solidFill>
                <a:latin typeface="Calibri"/>
                <a:ea typeface="Calibri"/>
                <a:cs typeface="Calibri"/>
                <a:sym typeface="Calibri"/>
              </a:defRPr>
            </a:lvl3pPr>
            <a:lvl4pPr lvl="3" indent="-317500" marR="0" marL="1828800" algn="l">
              <a:lnSpc>
                <a:spcPct val="90000"/>
              </a:lnSpc>
              <a:spcBef>
                <a:spcPts val="400"/>
              </a:spcBef>
              <a:spcAft>
                <a:spcPts val="0"/>
              </a:spcAft>
              <a:buClr>
                <a:schemeClr val="dk2"/>
              </a:buClr>
              <a:buSzPts val="1400"/>
              <a:buFont typeface="Noto Sans Symbols"/>
              <a:buChar char="●"/>
              <a:defRPr b="0" cap="none" u="none" sz="1120" strike="noStrike" i="0">
                <a:solidFill>
                  <a:schemeClr val="dk1"/>
                </a:solidFill>
                <a:latin typeface="Calibri"/>
                <a:ea typeface="Calibri"/>
                <a:cs typeface="Calibri"/>
                <a:sym typeface="Calibri"/>
              </a:defRPr>
            </a:lvl4pPr>
            <a:lvl5pPr lvl="4" indent="-317500" marR="0" marL="2286000" algn="l">
              <a:lnSpc>
                <a:spcPct val="90000"/>
              </a:lnSpc>
              <a:spcBef>
                <a:spcPts val="400"/>
              </a:spcBef>
              <a:spcAft>
                <a:spcPts val="0"/>
              </a:spcAft>
              <a:buClr>
                <a:schemeClr val="dk1"/>
              </a:buClr>
              <a:buSzPts val="1400"/>
              <a:buFont typeface="Noto Sans Symbols"/>
              <a:buChar char="■"/>
              <a:defRPr b="0" cap="none" u="none" sz="1120" strike="noStrike" i="0">
                <a:solidFill>
                  <a:schemeClr val="dk1"/>
                </a:solidFill>
                <a:latin typeface="Calibri"/>
                <a:ea typeface="Calibri"/>
                <a:cs typeface="Calibri"/>
                <a:sym typeface="Calibri"/>
              </a:defRPr>
            </a:lvl5pPr>
            <a:lvl6pPr lvl="5" indent="-317500" marR="0" marL="27432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6pPr>
            <a:lvl7pPr lvl="6" indent="-317500" marR="0" marL="32004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7pPr>
            <a:lvl8pPr lvl="7" indent="-317500" marR="0" marL="36576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8pPr>
            <a:lvl9pPr lvl="8" indent="-317500" marR="0" marL="41148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9pPr>
          </a:lstStyle>
          <a:p/>
        </p:txBody>
      </p:sp>
      <p:sp>
        <p:nvSpPr>
          <p:cNvPr name="Google Shape;89;p17" id="89"/>
          <p:cNvSpPr txBox="1"/>
          <p:nvPr>
            <p:ph type="title"/>
          </p:nvPr>
        </p:nvSpPr>
        <p:spPr>
          <a:xfrm>
            <a:off x="313422" y="249493"/>
            <a:ext cx="7527000" cy="411000"/>
          </a:xfrm>
          <a:prstGeom prst="rect">
            <a:avLst/>
          </a:prstGeom>
          <a:noFill/>
          <a:ln>
            <a:noFill/>
          </a:ln>
        </p:spPr>
        <p:txBody>
          <a:bodyPr lIns="68575" bIns="68575" anchor="ctr" rIns="68575" anchorCtr="0" wrap="square" spcFirstLastPara="1" tIns="68575">
            <a:normAutofit/>
          </a:bodyPr>
          <a:lstStyle>
            <a:lvl1pPr lvl="0" marR="0" algn="l">
              <a:lnSpc>
                <a:spcPct val="90000"/>
              </a:lnSpc>
              <a:spcBef>
                <a:spcPts val="0"/>
              </a:spcBef>
              <a:spcAft>
                <a:spcPts val="0"/>
              </a:spcAft>
              <a:buClr>
                <a:schemeClr val="dk1"/>
              </a:buClr>
              <a:buSzPts val="2100"/>
              <a:buFont typeface="Arial"/>
              <a:buNone/>
              <a:defRPr b="1" cap="none" u="none" sz="1680" strike="noStrike" i="0">
                <a:solidFill>
                  <a:schemeClr val="dk1"/>
                </a:solidFill>
                <a:latin typeface="Meiryo"/>
                <a:ea typeface="Meiryo"/>
                <a:cs typeface="Meiryo"/>
                <a:sym typeface="Meiryo"/>
              </a:defRPr>
            </a:lvl1pPr>
            <a:lvl2pPr lvl="1">
              <a:spcBef>
                <a:spcPts val="0"/>
              </a:spcBef>
              <a:spcAft>
                <a:spcPts val="0"/>
              </a:spcAft>
              <a:buSzPts val="1400"/>
              <a:buFont typeface="Arial"/>
              <a:buNone/>
              <a:defRPr sz="1120"/>
            </a:lvl2pPr>
            <a:lvl3pPr lvl="2">
              <a:spcBef>
                <a:spcPts val="0"/>
              </a:spcBef>
              <a:spcAft>
                <a:spcPts val="0"/>
              </a:spcAft>
              <a:buSzPts val="1400"/>
              <a:buFont typeface="Arial"/>
              <a:buNone/>
              <a:defRPr sz="1120"/>
            </a:lvl3pPr>
            <a:lvl4pPr lvl="3">
              <a:spcBef>
                <a:spcPts val="0"/>
              </a:spcBef>
              <a:spcAft>
                <a:spcPts val="0"/>
              </a:spcAft>
              <a:buSzPts val="1400"/>
              <a:buFont typeface="Arial"/>
              <a:buNone/>
              <a:defRPr sz="1120"/>
            </a:lvl4pPr>
            <a:lvl5pPr lvl="4">
              <a:spcBef>
                <a:spcPts val="0"/>
              </a:spcBef>
              <a:spcAft>
                <a:spcPts val="0"/>
              </a:spcAft>
              <a:buSzPts val="1400"/>
              <a:buFont typeface="Arial"/>
              <a:buNone/>
              <a:defRPr sz="1120"/>
            </a:lvl5pPr>
            <a:lvl6pPr lvl="5">
              <a:spcBef>
                <a:spcPts val="0"/>
              </a:spcBef>
              <a:spcAft>
                <a:spcPts val="0"/>
              </a:spcAft>
              <a:buSzPts val="1400"/>
              <a:buFont typeface="Arial"/>
              <a:buNone/>
              <a:defRPr sz="1120"/>
            </a:lvl6pPr>
            <a:lvl7pPr lvl="6">
              <a:spcBef>
                <a:spcPts val="0"/>
              </a:spcBef>
              <a:spcAft>
                <a:spcPts val="0"/>
              </a:spcAft>
              <a:buSzPts val="1400"/>
              <a:buFont typeface="Arial"/>
              <a:buNone/>
              <a:defRPr sz="1120"/>
            </a:lvl7pPr>
            <a:lvl8pPr lvl="7">
              <a:spcBef>
                <a:spcPts val="0"/>
              </a:spcBef>
              <a:spcAft>
                <a:spcPts val="0"/>
              </a:spcAft>
              <a:buSzPts val="1400"/>
              <a:buFont typeface="Arial"/>
              <a:buNone/>
              <a:defRPr sz="1120"/>
            </a:lvl8pPr>
            <a:lvl9pPr lvl="8">
              <a:spcBef>
                <a:spcPts val="0"/>
              </a:spcBef>
              <a:spcAft>
                <a:spcPts val="0"/>
              </a:spcAft>
              <a:buSzPts val="1400"/>
              <a:buFont typeface="Arial"/>
              <a:buNone/>
              <a:defRPr sz="1120"/>
            </a:lvl9pPr>
          </a:lstStyle>
          <a:p/>
        </p:txBody>
      </p:sp>
      <p:pic>
        <p:nvPicPr>
          <p:cNvPr name="Google Shape;90;p17" id="90"/>
          <p:cNvPicPr preferRelativeResize="0"/>
          <p:nvPr/>
        </p:nvPicPr>
        <p:blipFill rotWithShape="1">
          <a:blip r:embed="rId2">
            <a:alphaModFix/>
          </a:blip>
          <a:srcRect b="0" r="0" t="0" l="0"/>
          <a:stretch/>
        </p:blipFill>
        <p:spPr>
          <a:xfrm>
            <a:off x="8100002" y="217565"/>
            <a:ext cx="791746" cy="486021"/>
          </a:xfrm>
          <a:prstGeom prst="rect">
            <a:avLst/>
          </a:prstGeom>
          <a:noFill/>
          <a:ln>
            <a:noFill/>
          </a:ln>
        </p:spPr>
      </p:pic>
      <p:cxnSp>
        <p:nvCxnSpPr>
          <p:cNvPr name="Google Shape;91;p17" id="91"/>
          <p:cNvCxnSpPr/>
          <p:nvPr/>
        </p:nvCxnSpPr>
        <p:spPr>
          <a:xfrm>
            <a:off x="313421" y="660368"/>
            <a:ext cx="7527000" cy="0"/>
          </a:xfrm>
          <a:prstGeom prst="straightConnector1">
            <a:avLst/>
          </a:prstGeom>
          <a:noFill/>
          <a:ln cmpd="sng" cap="flat" w="19050">
            <a:solidFill>
              <a:schemeClr val="dk2"/>
            </a:solidFill>
            <a:prstDash val="solid"/>
            <a:round/>
            <a:headEnd len="sm" w="sm" type="none"/>
            <a:tailEnd len="sm" w="sm" type="none"/>
          </a:ln>
        </p:spPr>
      </p:cxnSp>
      <p:sp>
        <p:nvSpPr>
          <p:cNvPr name="Google Shape;92;p17" id="92"/>
          <p:cNvSpPr txBox="1"/>
          <p:nvPr>
            <p:ph idx="12" type="sldNum"/>
          </p:nvPr>
        </p:nvSpPr>
        <p:spPr>
          <a:xfrm>
            <a:off x="8556784" y="4749851"/>
            <a:ext cx="548700" cy="393600"/>
          </a:xfrm>
          <a:prstGeom prst="rect">
            <a:avLst/>
          </a:prstGeom>
        </p:spPr>
        <p:txBody>
          <a:bodyPr lIns="91425" bIns="91425" anchor="t" rIns="91425" anchorCtr="0" wrap="square" spcFirstLastPara="1" tIns="91425">
            <a:normAutofit/>
          </a:bodyPr>
          <a:lstStyle>
            <a:lvl1pPr lvl="0">
              <a:buNone/>
              <a:defRPr>
                <a:solidFill>
                  <a:schemeClr val="dk1"/>
                </a:solidFill>
                <a:latin typeface="Calibri"/>
                <a:ea typeface="Calibri"/>
                <a:cs typeface="Calibri"/>
                <a:sym typeface="Calibri"/>
              </a:defRPr>
            </a:lvl1pPr>
            <a:lvl2pPr lvl="1">
              <a:buNone/>
              <a:defRPr>
                <a:solidFill>
                  <a:schemeClr val="dk1"/>
                </a:solidFill>
                <a:latin typeface="Calibri"/>
                <a:ea typeface="Calibri"/>
                <a:cs typeface="Calibri"/>
                <a:sym typeface="Calibri"/>
              </a:defRPr>
            </a:lvl2pPr>
            <a:lvl3pPr lvl="2">
              <a:buNone/>
              <a:defRPr>
                <a:solidFill>
                  <a:schemeClr val="dk1"/>
                </a:solidFill>
                <a:latin typeface="Calibri"/>
                <a:ea typeface="Calibri"/>
                <a:cs typeface="Calibri"/>
                <a:sym typeface="Calibri"/>
              </a:defRPr>
            </a:lvl3pPr>
            <a:lvl4pPr lvl="3">
              <a:buNone/>
              <a:defRPr>
                <a:solidFill>
                  <a:schemeClr val="dk1"/>
                </a:solidFill>
                <a:latin typeface="Calibri"/>
                <a:ea typeface="Calibri"/>
                <a:cs typeface="Calibri"/>
                <a:sym typeface="Calibri"/>
              </a:defRPr>
            </a:lvl4pPr>
            <a:lvl5pPr lvl="4">
              <a:buNone/>
              <a:defRPr>
                <a:solidFill>
                  <a:schemeClr val="dk1"/>
                </a:solidFill>
                <a:latin typeface="Calibri"/>
                <a:ea typeface="Calibri"/>
                <a:cs typeface="Calibri"/>
                <a:sym typeface="Calibri"/>
              </a:defRPr>
            </a:lvl5pPr>
            <a:lvl6pPr lvl="5">
              <a:buNone/>
              <a:defRPr>
                <a:solidFill>
                  <a:schemeClr val="dk1"/>
                </a:solidFill>
                <a:latin typeface="Calibri"/>
                <a:ea typeface="Calibri"/>
                <a:cs typeface="Calibri"/>
                <a:sym typeface="Calibri"/>
              </a:defRPr>
            </a:lvl6pPr>
            <a:lvl7pPr lvl="6">
              <a:buNone/>
              <a:defRPr>
                <a:solidFill>
                  <a:schemeClr val="dk1"/>
                </a:solidFill>
                <a:latin typeface="Calibri"/>
                <a:ea typeface="Calibri"/>
                <a:cs typeface="Calibri"/>
                <a:sym typeface="Calibri"/>
              </a:defRPr>
            </a:lvl7pPr>
            <a:lvl8pPr lvl="7">
              <a:buNone/>
              <a:defRPr>
                <a:solidFill>
                  <a:schemeClr val="dk1"/>
                </a:solidFill>
                <a:latin typeface="Calibri"/>
                <a:ea typeface="Calibri"/>
                <a:cs typeface="Calibri"/>
                <a:sym typeface="Calibri"/>
              </a:defRPr>
            </a:lvl8pPr>
            <a:lvl9pPr lvl="8">
              <a:buNone/>
              <a:defRPr>
                <a:solidFill>
                  <a:schemeClr val="dk1"/>
                </a:solidFill>
                <a:latin typeface="Calibri"/>
                <a:ea typeface="Calibri"/>
                <a:cs typeface="Calibri"/>
                <a:sym typeface="Calibri"/>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name="Shape 5" id="5"/>
        <p:cNvGrpSpPr/>
        <p:nvPr/>
      </p:nvGrpSpPr>
      <p:grpSpPr>
        <a:xfrm>
          <a:off x="0" y="0"/>
          <a:ext cx="0" cy="0"/>
          <a:chOff x="0" y="0"/>
          <a:chExt cx="0" cy="0"/>
        </a:xfrm>
      </p:grpSpPr>
      <p:sp>
        <p:nvSpPr>
          <p:cNvPr name="Google Shape;6;p1" id="6"/>
          <p:cNvSpPr txBox="1"/>
          <p:nvPr>
            <p:ph type="title"/>
          </p:nvPr>
        </p:nvSpPr>
        <p:spPr>
          <a:xfrm>
            <a:off x="311700" y="315925"/>
            <a:ext cx="8520600" cy="831300"/>
          </a:xfrm>
          <a:prstGeom prst="rect">
            <a:avLst/>
          </a:prstGeom>
          <a:noFill/>
          <a:ln>
            <a:noFill/>
          </a:ln>
        </p:spPr>
        <p:txBody>
          <a:bodyPr lIns="91425" bIns="91425" anchor="b" rIns="91425" anchorCtr="0" wrap="square" spcFirstLastPara="1" tIns="91425">
            <a:normAutofit/>
          </a:bodyPr>
          <a:lstStyle>
            <a:lvl1pPr lvl="0">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9pPr>
          </a:lstStyle>
          <a:p/>
        </p:txBody>
      </p:sp>
      <p:sp>
        <p:nvSpPr>
          <p:cNvPr name="Google Shape;7;p1" id="7"/>
          <p:cNvSpPr txBox="1"/>
          <p:nvPr>
            <p:ph idx="1" type="body"/>
          </p:nvPr>
        </p:nvSpPr>
        <p:spPr>
          <a:xfrm>
            <a:off x="311700" y="1225225"/>
            <a:ext cx="8520600" cy="3354000"/>
          </a:xfrm>
          <a:prstGeom prst="rect">
            <a:avLst/>
          </a:prstGeom>
          <a:noFill/>
          <a:ln>
            <a:noFill/>
          </a:ln>
        </p:spPr>
        <p:txBody>
          <a:bodyPr lIns="91425" bIns="91425" anchor="t" rIns="91425" anchorCtr="0" wrap="square" spcFirstLastPara="1" tIns="91425">
            <a:normAutofit/>
          </a:bodyPr>
          <a:lstStyle>
            <a:lvl1pPr lvl="0" indent="-342900" marL="457200">
              <a:lnSpc>
                <a:spcPct val="115000"/>
              </a:lnSpc>
              <a:spcBef>
                <a:spcPts val="0"/>
              </a:spcBef>
              <a:spcAft>
                <a:spcPts val="0"/>
              </a:spcAft>
              <a:buClr>
                <a:schemeClr val="dk1"/>
              </a:buClr>
              <a:buSzPts val="1800"/>
              <a:buFont typeface="Open Sans"/>
              <a:buChar char="●"/>
              <a:defRPr sz="1440">
                <a:solidFill>
                  <a:schemeClr val="dk1"/>
                </a:solidFill>
                <a:latin typeface="Open Sans"/>
                <a:ea typeface="Open Sans"/>
                <a:cs typeface="Open Sans"/>
                <a:sym typeface="Open Sans"/>
              </a:defRPr>
            </a:lvl1pPr>
            <a:lvl2pPr lvl="1" indent="-317500"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lvl="2" indent="-317500"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lvl="3" indent="-317500"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lvl="4" indent="-317500"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lvl="5" indent="-317500"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lvl="6" indent="-317500"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lvl="7" indent="-317500"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lvl="8" indent="-317500"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name="Google Shape;8;p1" id="8"/>
          <p:cNvSpPr txBox="1"/>
          <p:nvPr>
            <p:ph idx="12" type="sldNum"/>
          </p:nvPr>
        </p:nvSpPr>
        <p:spPr>
          <a:xfrm>
            <a:off x="8472458" y="4663217"/>
            <a:ext cx="548700" cy="393600"/>
          </a:xfrm>
          <a:prstGeom prst="rect">
            <a:avLst/>
          </a:prstGeom>
          <a:noFill/>
          <a:ln>
            <a:noFill/>
          </a:ln>
        </p:spPr>
        <p:txBody>
          <a:bodyPr lIns="91425" bIns="91425" anchor="ctr" rIns="91425" anchorCtr="0" wrap="square" spcFirstLastPara="1" tIns="91425">
            <a:normAutofit/>
          </a:bodyPr>
          <a:lstStyle>
            <a:lvl1pPr lvl="0" algn="r">
              <a:buNone/>
              <a:defRPr sz="800">
                <a:solidFill>
                  <a:schemeClr val="dk1"/>
                </a:solidFill>
                <a:latin typeface="Economica"/>
                <a:ea typeface="Economica"/>
                <a:cs typeface="Economica"/>
                <a:sym typeface="Economica"/>
              </a:defRPr>
            </a:lvl1pPr>
            <a:lvl2pPr lvl="1" algn="r">
              <a:buNone/>
              <a:defRPr sz="800">
                <a:solidFill>
                  <a:schemeClr val="dk1"/>
                </a:solidFill>
                <a:latin typeface="Economica"/>
                <a:ea typeface="Economica"/>
                <a:cs typeface="Economica"/>
                <a:sym typeface="Economica"/>
              </a:defRPr>
            </a:lvl2pPr>
            <a:lvl3pPr lvl="2" algn="r">
              <a:buNone/>
              <a:defRPr sz="800">
                <a:solidFill>
                  <a:schemeClr val="dk1"/>
                </a:solidFill>
                <a:latin typeface="Economica"/>
                <a:ea typeface="Economica"/>
                <a:cs typeface="Economica"/>
                <a:sym typeface="Economica"/>
              </a:defRPr>
            </a:lvl3pPr>
            <a:lvl4pPr lvl="3" algn="r">
              <a:buNone/>
              <a:defRPr sz="800">
                <a:solidFill>
                  <a:schemeClr val="dk1"/>
                </a:solidFill>
                <a:latin typeface="Economica"/>
                <a:ea typeface="Economica"/>
                <a:cs typeface="Economica"/>
                <a:sym typeface="Economica"/>
              </a:defRPr>
            </a:lvl4pPr>
            <a:lvl5pPr lvl="4" algn="r">
              <a:buNone/>
              <a:defRPr sz="800">
                <a:solidFill>
                  <a:schemeClr val="dk1"/>
                </a:solidFill>
                <a:latin typeface="Economica"/>
                <a:ea typeface="Economica"/>
                <a:cs typeface="Economica"/>
                <a:sym typeface="Economica"/>
              </a:defRPr>
            </a:lvl5pPr>
            <a:lvl6pPr lvl="5" algn="r">
              <a:buNone/>
              <a:defRPr sz="800">
                <a:solidFill>
                  <a:schemeClr val="dk1"/>
                </a:solidFill>
                <a:latin typeface="Economica"/>
                <a:ea typeface="Economica"/>
                <a:cs typeface="Economica"/>
                <a:sym typeface="Economica"/>
              </a:defRPr>
            </a:lvl6pPr>
            <a:lvl7pPr lvl="6" algn="r">
              <a:buNone/>
              <a:defRPr sz="800">
                <a:solidFill>
                  <a:schemeClr val="dk1"/>
                </a:solidFill>
                <a:latin typeface="Economica"/>
                <a:ea typeface="Economica"/>
                <a:cs typeface="Economica"/>
                <a:sym typeface="Economica"/>
              </a:defRPr>
            </a:lvl7pPr>
            <a:lvl8pPr lvl="7" algn="r">
              <a:buNone/>
              <a:defRPr sz="800">
                <a:solidFill>
                  <a:schemeClr val="dk1"/>
                </a:solidFill>
                <a:latin typeface="Economica"/>
                <a:ea typeface="Economica"/>
                <a:cs typeface="Economica"/>
                <a:sym typeface="Economica"/>
              </a:defRPr>
            </a:lvl8pPr>
            <a:lvl9pPr lvl="8" algn="r">
              <a:buNone/>
              <a:defRPr sz="800">
                <a:solidFill>
                  <a:schemeClr val="dk1"/>
                </a:solidFill>
                <a:latin typeface="Economica"/>
                <a:ea typeface="Economica"/>
                <a:cs typeface="Economica"/>
                <a:sym typeface="Economica"/>
              </a:defRPr>
            </a:lvl9pPr>
          </a:lstStyle>
          <a:p>
            <a:pPr lvl="0" indent="0" rtl="0" marL="0" algn="r">
              <a:spcBef>
                <a:spcPts val="0"/>
              </a:spcBef>
              <a:spcAft>
                <a:spcPts val="0"/>
              </a:spcAft>
              <a:buNone/>
            </a:pPr>
            <a:fld id="{00000000-1234-1234-1234-123412341234}" type="slidenum">
              <a:rPr lang="ja"/>
              <a:t>‹#›</a:t>
            </a:fld>
            <a:endParaRPr/>
          </a:p>
        </p:txBody>
      </p:sp>
    </p:spTree>
  </p:cSld>
  <p:clrMap accent6="accent6" accent4="accent4" accent5="accent5" accent2="accent2" accent3="accent3" accent1="accent1" bg2="dk2" tx1="dk1" bg1="lt1" hlink="hlink" tx2="lt2" folHlink="folHlink"/>
  <p:sldLayoutIdLst>
    <p:sldLayoutId r:id="rId1" id="2147483648"/>
    <p:sldLayoutId r:id="rId2" id="2147483649"/>
    <p:sldLayoutId r:id="rId3" id="2147483650"/>
    <p:sldLayoutId r:id="rId4" id="2147483651"/>
    <p:sldLayoutId r:id="rId5" id="2147483652"/>
    <p:sldLayoutId r:id="rId6" id="2147483653"/>
    <p:sldLayoutId r:id="rId7" id="2147483654"/>
    <p:sldLayoutId r:id="rId8" id="2147483655"/>
    <p:sldLayoutId r:id="rId9" id="2147483656"/>
    <p:sldLayoutId r:id="rId10" id="2147483657"/>
    <p:sldLayoutId r:id="rId11" id="2147483658"/>
  </p:sldLayoutIdLst>
  <p:hf dt="0" ftr="0" sldNum="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name="Shape 58" id="58"/>
        <p:cNvGrpSpPr/>
        <p:nvPr/>
      </p:nvGrpSpPr>
      <p:grpSpPr>
        <a:xfrm>
          <a:off x="0" y="0"/>
          <a:ext cx="0" cy="0"/>
          <a:chOff x="0" y="0"/>
          <a:chExt cx="0" cy="0"/>
        </a:xfrm>
      </p:grpSpPr>
      <p:sp>
        <p:nvSpPr>
          <p:cNvPr name="Google Shape;59;p13" id="59"/>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a:bodyPr>
          <a:lstStyle>
            <a:lvl1pPr lvl="0" marR="0" rtl="0" algn="l">
              <a:lnSpc>
                <a:spcPct val="100000"/>
              </a:lnSpc>
              <a:spcBef>
                <a:spcPts val="0"/>
              </a:spcBef>
              <a:spcAft>
                <a:spcPts val="0"/>
              </a:spcAft>
              <a:buClr>
                <a:schemeClr val="dk1"/>
              </a:buClr>
              <a:buSzPts val="3000"/>
              <a:buFont typeface="Roboto Slab Light"/>
              <a:buNone/>
              <a:defRPr b="0" cap="none" u="none" sz="2400" strike="noStrike" i="0">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9pPr>
          </a:lstStyle>
          <a:p/>
        </p:txBody>
      </p:sp>
      <p:sp>
        <p:nvSpPr>
          <p:cNvPr name="Google Shape;60;p13" id="60"/>
          <p:cNvSpPr txBox="1"/>
          <p:nvPr>
            <p:ph idx="1" type="body"/>
          </p:nvPr>
        </p:nvSpPr>
        <p:spPr>
          <a:xfrm>
            <a:off x="311700" y="1229875"/>
            <a:ext cx="8520600" cy="3339000"/>
          </a:xfrm>
          <a:prstGeom prst="rect">
            <a:avLst/>
          </a:prstGeom>
          <a:noFill/>
          <a:ln>
            <a:noFill/>
          </a:ln>
        </p:spPr>
        <p:txBody>
          <a:bodyPr lIns="91425" bIns="91425" anchor="t" rIns="91425" anchorCtr="0" wrap="square" spcFirstLastPara="1" tIns="91425">
            <a:normAutofit/>
          </a:bodyPr>
          <a:lstStyle>
            <a:lvl1pPr lvl="0" indent="-342900" marR="0" rtl="0" marL="457200" algn="l">
              <a:lnSpc>
                <a:spcPct val="115000"/>
              </a:lnSpc>
              <a:spcBef>
                <a:spcPts val="0"/>
              </a:spcBef>
              <a:spcAft>
                <a:spcPts val="0"/>
              </a:spcAft>
              <a:buClr>
                <a:schemeClr val="dk2"/>
              </a:buClr>
              <a:buSzPts val="1800"/>
              <a:buFont typeface="Open Sans Medium"/>
              <a:buChar char="●"/>
              <a:defRPr b="0" cap="none" u="none" sz="1440" strike="noStrike" i="0">
                <a:solidFill>
                  <a:schemeClr val="dk2"/>
                </a:solidFill>
                <a:latin typeface="Open Sans Medium"/>
                <a:ea typeface="Open Sans Medium"/>
                <a:cs typeface="Open Sans Medium"/>
                <a:sym typeface="Open Sans Medium"/>
              </a:defRPr>
            </a:lvl1pPr>
            <a:lvl2pPr lvl="1" indent="-317500" marR="0" rtl="0" marL="9144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2pPr>
            <a:lvl3pPr lvl="2" indent="-317500" marR="0" rtl="0" marL="13716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3pPr>
            <a:lvl4pPr lvl="3" indent="-317500" marR="0" rtl="0" marL="18288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4pPr>
            <a:lvl5pPr lvl="4" indent="-317500" marR="0" rtl="0" marL="22860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5pPr>
            <a:lvl6pPr lvl="5" indent="-317500" marR="0" rtl="0" marL="27432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6pPr>
            <a:lvl7pPr lvl="6" indent="-317500" marR="0" rtl="0" marL="32004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7pPr>
            <a:lvl8pPr lvl="7" indent="-317500" marR="0" rtl="0" marL="36576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8pPr>
            <a:lvl9pPr lvl="8" indent="-317500" marR="0" rtl="0" marL="41148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9pPr>
          </a:lstStyle>
          <a:p/>
        </p:txBody>
      </p:sp>
      <p:sp>
        <p:nvSpPr>
          <p:cNvPr name="Google Shape;61;p13" id="61"/>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1pPr>
            <a:lvl2pPr lvl="1"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2pPr>
            <a:lvl3pPr lvl="2"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3pPr>
            <a:lvl4pPr lvl="3"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4pPr>
            <a:lvl5pPr lvl="4"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5pPr>
            <a:lvl6pPr lvl="5"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6pPr>
            <a:lvl7pPr lvl="6"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7pPr>
            <a:lvl8pPr lvl="7"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8pPr>
            <a:lvl9pPr lvl="8"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9pPr>
          </a:lstStyle>
          <a:p>
            <a:pPr lvl="0" indent="0" rtl="0" marL="0" algn="r">
              <a:spcBef>
                <a:spcPts val="0"/>
              </a:spcBef>
              <a:spcAft>
                <a:spcPts val="0"/>
              </a:spcAft>
              <a:buNone/>
            </a:pPr>
            <a:fld id="{00000000-1234-1234-1234-123412341234}" type="slidenum">
              <a:rPr lang="ja"/>
              <a:t>‹#›</a:t>
            </a:fld>
            <a:endParaRPr/>
          </a:p>
        </p:txBody>
      </p:sp>
    </p:spTree>
  </p:cSld>
  <p:clrMap accent6="accent6" accent4="accent4" accent5="accent5" accent2="accent2" accent3="accent3" accent1="accent1" bg2="dk2" tx1="dk1" bg1="lt1" hlink="hlink" tx2="lt2" folHlink="folHlink"/>
  <p:sldLayoutIdLst>
    <p:sldLayoutId r:id="rId1" id="2147483659"/>
    <p:sldLayoutId r:id="rId2" id="2147483660"/>
    <p:sldLayoutId r:id="rId3" id="2147483661"/>
    <p:sldLayoutId r:id="rId4" id="2147483662"/>
  </p:sldLayoutIdLst>
  <p:hf dt="0" ftr="0" sldNum="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www.chathamhouse.org/about-us/chatham-house-rul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www.linuxfoundation.jp/code-of-conduc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docs.google.com/presentation/d/1nhHDVBFhkiQLJxJEQcsKTk1nAOrBlPYSt-SDP5xbe0w" TargetMode="External"/><Relationship Id="rId4" Type="http://schemas.openxmlformats.org/officeDocument/2006/relationships/hyperlink" Target="https://docs.google.com/spreadsheets/d/12aQYG-V8R-Svmi52draGb_Kcg21N__6Vn6v36QRFs94" TargetMode="External"/><Relationship Id="rId5" Type="http://schemas.openxmlformats.org/officeDocument/2006/relationships/hyperlink" Target="https://docs.google.com/spreadsheets/d/1A7ArTnbwh3t1fcShud-SqLru9K6zmYAokUH6Zxk5sSA" TargetMode="External"/><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camaraproject.or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hyperlink" Target="https://docs.google.com/spreadsheets/d/1A7ArTnbwh3t1fcShud-SqLru9K6zmYAokUH6Zxk5sSA/edit?usp=sharing" TargetMode="Externa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hyperlink" Target="https://www.ipa.go.jp/event/2025/briefing-ospo-workshop20251002.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hyperlink" Target="https://www.ipa.go.jp/event/2025/briefing-ospo-workshop20251002.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www.ipa.go.jp/event/2025/briefing-ospo-workshop20251002.html" TargetMode="External"/><Relationship Id="rId4" Type="http://schemas.openxmlformats.org/officeDocument/2006/relationships/hyperlink" Target="https://www.linuxfoundation.org/hubfs/Research%20Reports/LFResearch_StateofOSPO_082025.pdf?hsLang=e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hyperlink" Target="https://docs.google.com/spreadsheets/d/1-3RHm92Xp_ES98AYW_bpPILn-dP9mXzsteFCtbhgk9c/edit?gid=0#gid=0"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hyperlink" Target="https://github.com/todogroup/ospodefinition.org/blob/main/README-ja.md"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hyperlink" Target="https://arxiv.org/pdf/2402.15943" TargetMode="External"/><Relationship Id="rId4" Type="http://schemas.openxmlformats.org/officeDocument/2006/relationships/hyperlink" Target="https://lfaidata.foundation/blog/2024/04/17/introducing-the-model-openness-framework-promoting-completeness-and-openness-for-reproducibility-transparency-and-usability-in-ai/"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docs.google.com/spreadsheets/d/1vOwPrDIYrX29HshDwYsN1lAsQ4RcBOTEHIl9e5Oakxc/edit#gid=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96" id="96"/>
        <p:cNvGrpSpPr/>
        <p:nvPr/>
      </p:nvGrpSpPr>
      <p:grpSpPr>
        <a:xfrm>
          <a:off x="0" y="0"/>
          <a:ext cx="0" cy="0"/>
          <a:chOff x="0" y="0"/>
          <a:chExt cx="0" cy="0"/>
        </a:xfrm>
      </p:grpSpPr>
      <p:pic>
        <p:nvPicPr>
          <p:cNvPr descr="Image number 7" name="Google Shape;97;p18" id="97"/>
          <p:cNvPicPr preferRelativeResize="0"/>
          <p:nvPr/>
        </p:nvPicPr>
        <p:blipFill rotWithShape="1">
          <a:blip r:embed="rId3">
            <a:alphaModFix/>
          </a:blip>
          <a:srcRect b="0" r="0" t="0" l="0"/>
          <a:stretch/>
        </p:blipFill>
        <p:spPr>
          <a:xfrm>
            <a:off x="0" y="0"/>
            <a:ext cx="6858000" cy="5143500"/>
          </a:xfrm>
          <a:prstGeom prst="rect">
            <a:avLst/>
          </a:prstGeom>
          <a:noFill/>
          <a:ln>
            <a:noFill/>
          </a:ln>
        </p:spPr>
      </p:pic>
      <p:pic>
        <p:nvPicPr>
          <p:cNvPr name="Google Shape;98;p18" id="98"/>
          <p:cNvPicPr preferRelativeResize="0"/>
          <p:nvPr/>
        </p:nvPicPr>
        <p:blipFill rotWithShape="1">
          <a:blip r:embed="rId4">
            <a:alphaModFix/>
          </a:blip>
          <a:srcRect b="0" r="0" t="0" l="0"/>
          <a:stretch/>
        </p:blipFill>
        <p:spPr>
          <a:xfrm>
            <a:off x="8041926" y="4555379"/>
            <a:ext cx="1102074" cy="588121"/>
          </a:xfrm>
          <a:prstGeom prst="rect">
            <a:avLst/>
          </a:prstGeom>
          <a:noFill/>
          <a:ln>
            <a:noFill/>
          </a:ln>
        </p:spPr>
      </p:pic>
      <p:pic>
        <p:nvPicPr>
          <p:cNvPr descr="Images with icons  Automatically generated descriptions" name="Google Shape;99;p18" id="99"/>
          <p:cNvPicPr preferRelativeResize="0"/>
          <p:nvPr/>
        </p:nvPicPr>
        <p:blipFill rotWithShape="1">
          <a:blip r:embed="rId5">
            <a:alphaModFix/>
          </a:blip>
          <a:srcRect b="0" r="0" t="0" l="0"/>
          <a:stretch/>
        </p:blipFill>
        <p:spPr>
          <a:xfrm>
            <a:off x="6858000" y="4519035"/>
            <a:ext cx="981156" cy="624465"/>
          </a:xfrm>
          <a:prstGeom prst="rect">
            <a:avLst/>
          </a:prstGeom>
          <a:noFill/>
          <a:ln>
            <a:noFill/>
          </a:ln>
        </p:spPr>
      </p:pic>
      <p:sp>
        <p:nvSpPr>
          <p:cNvPr name="Google Shape;100;p18" id="100"/>
          <p:cNvSpPr txBox="1"/>
          <p:nvPr/>
        </p:nvSpPr>
        <p:spPr>
          <a:xfrm>
            <a:off x="6939725" y="68426"/>
            <a:ext cx="2140200" cy="1266300"/>
          </a:xfrm>
          <a:prstGeom prst="rect">
            <a:avLst/>
          </a:prstGeom>
          <a:noFill/>
          <a:ln>
            <a:noFill/>
          </a:ln>
        </p:spPr>
        <p:txBody>
          <a:bodyPr lIns="91425" bIns="45700" anchor="ctr" rIns="91425" anchorCtr="0" wrap="square" spcFirstLastPara="1" tIns="45700">
            <a:noAutofit/>
          </a:bodyPr>
          <a:lstStyle/>
          <a:p>
            <a:pPr lvl="0" indent="0" marR="0" rtl="0" marL="0" algn="ctr">
              <a:lnSpc>
                <a:spcPct val="100000"/>
              </a:lnSpc>
              <a:spcBef>
                <a:spcPts val="0"/>
              </a:spcBef>
              <a:spcAft>
                <a:spcPts val="0"/>
              </a:spcAft>
              <a:buNone/>
            </a:pPr>
            <a:r>
              <a:rPr b="0" cap="none" u="none" strike="noStrike" sz="2240" noProof="1" i="0" lang="ja">
                <a:solidFill>
                  <a:srgbClr val="000000"/>
                </a:solidFill>
                <a:latin typeface="Consolas"/>
                <a:ea typeface="Consolas"/>
                <a:cs typeface="Consolas"/>
                <a:sym typeface="Consolas"/>
              </a:rPr>
              <a:t>2025</a:t>
            </a:r>
            <a:r>
              <a:rPr b="0" cap="none" u="none" strike="noStrike" sz="2240" noProof="1" i="0" lang="ja">
                <a:solidFill>
                  <a:srgbClr val="000000"/>
                </a:solidFill>
                <a:latin typeface="Consolas"/>
                <a:ea typeface="Consolas"/>
                <a:cs typeface="Consolas"/>
                <a:sym typeface="Consolas"/>
              </a:rPr>
              <a:t>-12</a:t>
            </a:r>
            <a:r>
              <a:rPr sz="2240" noProof="1" lang="ja"/>
              <a:t>-19</a:t>
            </a:r>
            <a:endParaRPr b="0" cap="none" u="none" sz="2240" strike="noStrike" i="0">
              <a:solidFill>
                <a:srgbClr val="000000"/>
              </a:solidFill>
              <a:latin typeface="Consolas"/>
              <a:ea typeface="Consolas"/>
              <a:cs typeface="Consolas"/>
              <a:sym typeface="Consolas"/>
            </a:endParaRPr>
          </a:p>
          <a:p>
            <a:pPr lvl="0" indent="0" marR="0" rtl="0" marL="0" algn="ctr">
              <a:lnSpc>
                <a:spcPct val="100000"/>
              </a:lnSpc>
              <a:spcBef>
                <a:spcPts val="0"/>
              </a:spcBef>
              <a:spcAft>
                <a:spcPts val="0"/>
              </a:spcAft>
              <a:buNone/>
            </a:pPr>
            <a:r>
              <a:rPr sz="2240" noProof="1" lang="ja"/>
              <a:t>OSS Strategy</a:t>
            </a:r>
            <a:endParaRPr sz="2240"/>
          </a:p>
        </p:txBody>
      </p:sp>
      <p:sp>
        <p:nvSpPr>
          <p:cNvPr name="Google Shape;101;p18" id="101"/>
          <p:cNvSpPr txBox="1"/>
          <p:nvPr/>
        </p:nvSpPr>
        <p:spPr>
          <a:xfrm>
            <a:off x="439375" y="3009325"/>
            <a:ext cx="6126300" cy="1086000"/>
          </a:xfrm>
          <a:prstGeom prst="rect">
            <a:avLst/>
          </a:prstGeom>
          <a:solidFill>
            <a:srgbClr val="FFFFFF">
              <a:alpha val="32000"/>
            </a:srgbClr>
          </a:soli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3840" noProof="1" lang="ja">
                <a:solidFill>
                  <a:srgbClr val="FFFFFF"/>
                </a:solidFill>
                <a:latin typeface="Carter One"/>
                <a:ea typeface="Carter One"/>
                <a:cs typeface="Carter One"/>
                <a:sym typeface="Carter One"/>
              </a:rPr>
              <a:t>Japan Local Meetup</a:t>
            </a:r>
            <a:endParaRPr sz="3840">
              <a:solidFill>
                <a:srgbClr val="FFFFFF"/>
              </a:solidFill>
              <a:latin typeface="Carter One"/>
              <a:ea typeface="Carter One"/>
              <a:cs typeface="Carter One"/>
              <a:sym typeface="Carter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05" id="105"/>
        <p:cNvGrpSpPr/>
        <p:nvPr/>
      </p:nvGrpSpPr>
      <p:grpSpPr>
        <a:xfrm>
          <a:off x="0" y="0"/>
          <a:ext cx="0" cy="0"/>
          <a:chOff x="0" y="0"/>
          <a:chExt cx="0" cy="0"/>
        </a:xfrm>
      </p:grpSpPr>
      <p:sp>
        <p:nvSpPr>
          <p:cNvPr name="Google Shape;106;p19" id="106"/>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noProof="1" lang="ja"/>
              <a:t>Anti-Trust Policy Notice</a:t>
            </a:r>
            <a:endParaRPr/>
          </a:p>
        </p:txBody>
      </p:sp>
      <p:sp>
        <p:nvSpPr>
          <p:cNvPr name="Google Shape;107;p19" id="107"/>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lnSpcReduction="20000" fontScale="77500"/>
          </a:bodyPr>
          <a:lstStyle/>
          <a:p>
            <a:pPr lvl="0" indent="-275664" rtl="0" marL="285750" algn="l">
              <a:lnSpc>
                <a:spcPct val="115000"/>
              </a:lnSpc>
              <a:spcBef>
                <a:spcPts val="0"/>
              </a:spcBef>
              <a:spcAft>
                <a:spcPts val="0"/>
              </a:spcAft>
              <a:buSzPct val="117647"/>
              <a:buChar char="●"/>
            </a:pPr>
            <a:r>
              <a:rPr noProof="1" lang="ja"/>
              <a:t>Linux Foundation meetings involve participation by industry competitors, and it is the intention of the Linux Foundation to conduct all of its activities in accordance with applicable antitrust and competition laws.</a:t>
            </a:r>
            <a:r>
              <a:rPr lang="ja"/>
              <a:t> </a:t>
            </a:r>
            <a:r>
              <a:rPr noProof="1" lang="ja"/>
              <a:t>It is therefore extremely important that attendees adhere to meeting agendas, and be aware of, and not participate in, any activities that are prohibited under applicable US state, federal or foreign antitrust and competition laws.</a:t>
            </a:r>
            <a:endParaRPr/>
          </a:p>
          <a:p>
            <a:pPr lvl="0" indent="-275664" rtl="0" marL="285750" algn="l">
              <a:lnSpc>
                <a:spcPct val="115000"/>
              </a:lnSpc>
              <a:spcBef>
                <a:spcPts val="1200"/>
              </a:spcBef>
              <a:spcAft>
                <a:spcPts val="0"/>
              </a:spcAft>
              <a:buSzPct val="117647"/>
              <a:buChar char="●"/>
            </a:pPr>
            <a:r>
              <a:rPr lang="ja"/>
              <a:t> </a:t>
            </a:r>
            <a:r>
              <a:rPr noProof="1" lang="ja"/>
              <a:t>Examples of types of actions that are prohibited at Linux Foundation meetings and in connection with Linux Foundation activities are described in the Linux Foundation Antitrust Policy available at http://www.linuxfoundation.org/antitrust-policy.</a:t>
            </a:r>
            <a:r>
              <a:rPr lang="ja"/>
              <a:t> </a:t>
            </a:r>
            <a:r>
              <a:rPr noProof="1" lang="ja"/>
              <a:t>If you have questions about these matters, please contact your company counsel, or if you are a member of the Linux Foundation, feel free to contact Andrew Updegrove of the firm of Gesmer Updegrove LLP, which provides legal counsel to the Linux Foundation.</a:t>
            </a:r>
            <a:endParaRPr/>
          </a:p>
          <a:p>
            <a:pPr lvl="0" indent="0" rtl="0" marL="0" algn="l">
              <a:lnSpc>
                <a:spcPct val="115000"/>
              </a:lnSpc>
              <a:spcBef>
                <a:spcPts val="1200"/>
              </a:spcBef>
              <a:spcAft>
                <a:spcPts val="0"/>
              </a:spcAft>
              <a:buSzPct val="117647"/>
              <a:buNone/>
            </a:pPr>
            <a:r>
              <a:t> </a:t>
            </a:r>
            <a:endParaRPr/>
          </a:p>
          <a:p>
            <a:pPr lvl="0" indent="0" rtl="0" marL="0" algn="l">
              <a:lnSpc>
                <a:spcPct val="115000"/>
              </a:lnSpc>
              <a:spcBef>
                <a:spcPts val="1200"/>
              </a:spcBef>
              <a:spcAft>
                <a:spcPts val="1200"/>
              </a:spcAft>
              <a:buSzPct val="117647"/>
              <a:buNone/>
            </a:pPr>
            <a:r>
              <a:t> </a:t>
            </a:r>
            <a:endParaRPr/>
          </a:p>
        </p:txBody>
      </p:sp>
      <p:sp>
        <p:nvSpPr>
          <p:cNvPr descr="TODO" name="Google Shape;108;p19" id="108"/>
          <p:cNvSpPr/>
          <p:nvPr/>
        </p:nvSpPr>
        <p:spPr>
          <a:xfrm>
            <a:off x="3213100" y="4701700"/>
            <a:ext cx="304800" cy="304800"/>
          </a:xfrm>
          <a:prstGeom prst="rect">
            <a:avLst/>
          </a:prstGeom>
          <a:noFill/>
          <a:ln>
            <a:noFill/>
          </a:ln>
        </p:spPr>
        <p:txBody>
          <a:bodyPr lIns="91425" bIns="45700" anchor="t" rIns="91425" anchorCtr="0" wrap="square" spcFirstLastPara="1" tIns="45700">
            <a:noAutofit/>
          </a:bodyPr>
          <a:lstStyle/>
          <a:p>
            <a:pPr lvl="0" indent="0" marR="0" rtl="0" marL="0" algn="l">
              <a:lnSpc>
                <a:spcPct val="100000"/>
              </a:lnSpc>
              <a:spcBef>
                <a:spcPts val="0"/>
              </a:spcBef>
              <a:spcAft>
                <a:spcPts val="0"/>
              </a:spcAft>
              <a:buNone/>
            </a:pPr>
            <a:r>
              <a:t> </a:t>
            </a:r>
            <a:endParaRPr b="0" cap="none" u="none" sz="1120" strike="noStrike" i="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12" id="112"/>
        <p:cNvGrpSpPr/>
        <p:nvPr/>
      </p:nvGrpSpPr>
      <p:grpSpPr>
        <a:xfrm>
          <a:off x="0" y="0"/>
          <a:ext cx="0" cy="0"/>
          <a:chOff x="0" y="0"/>
          <a:chExt cx="0" cy="0"/>
        </a:xfrm>
      </p:grpSpPr>
      <p:sp>
        <p:nvSpPr>
          <p:cNvPr name="Google Shape;113;p20" id="113"/>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b="1" noProof="1" lang="ja">
                <a:latin typeface="Arial"/>
                <a:ea typeface="Arial"/>
                <a:cs typeface="Arial"/>
                <a:sym typeface="Arial"/>
              </a:rPr>
              <a:t>Antitrust Policy</a:t>
            </a:r>
            <a:endParaRPr b="1"/>
          </a:p>
        </p:txBody>
      </p:sp>
      <p:sp>
        <p:nvSpPr>
          <p:cNvPr name="Google Shape;114;p20" id="114"/>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lnSpcReduction="10000" fontScale="85000"/>
          </a:bodyPr>
          <a:lstStyle/>
          <a:p>
            <a:pPr lvl="0" indent="-276482" rtl="0" marL="285750" algn="l">
              <a:lnSpc>
                <a:spcPct val="115000"/>
              </a:lnSpc>
              <a:spcBef>
                <a:spcPts val="0"/>
              </a:spcBef>
              <a:spcAft>
                <a:spcPts val="0"/>
              </a:spcAft>
              <a:buSzPct val="114467"/>
              <a:buChar char="●"/>
            </a:pPr>
            <a:r>
              <a:rPr sz="1360" noProof="1" lang="ja">
                <a:latin typeface="Arial"/>
                <a:ea typeface="Arial"/>
                <a:cs typeface="Arial"/>
                <a:sym typeface="Arial"/>
              </a:rPr>
              <a:t>The meetings of the Linux Foundation (hereinafter referred to as LF) require the participation of industry competitors. </a:t>
            </a:r>
            <a:r>
              <a:rPr sz="1360" noProof="1" lang="ja">
                <a:latin typeface="Arial"/>
                <a:ea typeface="Arial"/>
                <a:cs typeface="Arial"/>
                <a:sym typeface="Arial"/>
              </a:rPr>
              <a:t>LF operates all of its activities in accordance with all applicable antitrust/competition laws. </a:t>
            </a:r>
            <a:r>
              <a:rPr sz="1360" noProof="1" lang="ja">
                <a:latin typeface="Arial"/>
                <a:ea typeface="Arial"/>
                <a:cs typeface="Arial"/>
                <a:sym typeface="Arial"/>
              </a:rPr>
              <a:t>Therefore, it is very important that meeting attendees exercise caution to ensure that the meeting follows the agenda and that they do not engage in any activity that is prohibited under domestic or foreign antitrust/competition laws.</a:t>
            </a:r>
            <a:endParaRPr sz="1360">
              <a:latin typeface="Arial"/>
              <a:ea typeface="Arial"/>
              <a:cs typeface="Arial"/>
              <a:sym typeface="Arial"/>
            </a:endParaRPr>
          </a:p>
          <a:p>
            <a:pPr lvl="0" indent="-276482" rtl="0" marL="285750" algn="l">
              <a:lnSpc>
                <a:spcPct val="115000"/>
              </a:lnSpc>
              <a:spcBef>
                <a:spcPts val="1200"/>
              </a:spcBef>
              <a:spcAft>
                <a:spcPts val="0"/>
              </a:spcAft>
              <a:buSzPct val="114467"/>
              <a:buChar char="●"/>
            </a:pPr>
            <a:r>
              <a:rPr sz="1360" noProof="1" lang="ja">
                <a:latin typeface="Arial"/>
                <a:ea typeface="Arial"/>
                <a:cs typeface="Arial"/>
                <a:sym typeface="Arial"/>
              </a:rPr>
              <a:t>Examples of prohibited activities at LF meetings and in connection with LF activities are described in the LF Antitrust Compliance Policy, available at https://www.linuxfoundation.jp/antitrust-policy/. </a:t>
            </a:r>
            <a:r>
              <a:rPr sz="1360" noProof="1" lang="ja">
                <a:latin typeface="Arial"/>
                <a:ea typeface="Arial"/>
                <a:cs typeface="Arial"/>
                <a:sym typeface="Arial"/>
              </a:rPr>
              <a:t>If you have questions about these matters, please contact your company's legal counsel or, if you are a member of LF, contact LF's legal counsel, Andrew Updegrove of Gesmer Updegrove LLP.</a:t>
            </a:r>
            <a:endParaRPr sz="1360">
              <a:latin typeface="Arial"/>
              <a:ea typeface="Arial"/>
              <a:cs typeface="Arial"/>
              <a:sym typeface="Arial"/>
            </a:endParaRPr>
          </a:p>
          <a:p>
            <a:pPr lvl="0" indent="0" rtl="0" marL="0" algn="l">
              <a:lnSpc>
                <a:spcPct val="115000"/>
              </a:lnSpc>
              <a:spcBef>
                <a:spcPts val="1200"/>
              </a:spcBef>
              <a:spcAft>
                <a:spcPts val="0"/>
              </a:spcAft>
              <a:buSzPct val="108108"/>
              <a:buNone/>
            </a:pPr>
            <a:r>
              <a:t> </a:t>
            </a:r>
            <a:endParaRPr>
              <a:latin typeface="Arial"/>
              <a:ea typeface="Arial"/>
              <a:cs typeface="Arial"/>
              <a:sym typeface="Arial"/>
            </a:endParaRPr>
          </a:p>
          <a:p>
            <a:pPr lvl="0" indent="0" rtl="0" marL="0" algn="l">
              <a:lnSpc>
                <a:spcPct val="115000"/>
              </a:lnSpc>
              <a:spcBef>
                <a:spcPts val="1200"/>
              </a:spcBef>
              <a:spcAft>
                <a:spcPts val="1200"/>
              </a:spcAft>
              <a:buSzPct val="108108"/>
              <a:buNone/>
            </a:pPr>
            <a:r>
              <a:t> </a:t>
            </a:r>
            <a:endParaRPr>
              <a:latin typeface="Arial"/>
              <a:ea typeface="Arial"/>
              <a:cs typeface="Arial"/>
              <a:sym typeface="Arial"/>
            </a:endParaRPr>
          </a:p>
        </p:txBody>
      </p:sp>
      <p:sp>
        <p:nvSpPr>
          <p:cNvPr name="Google Shape;115;p20" id="115"/>
          <p:cNvSpPr txBox="1"/>
          <p:nvPr/>
        </p:nvSpPr>
        <p:spPr>
          <a:xfrm>
            <a:off x="0" y="101009"/>
            <a:ext cx="1107900" cy="369300"/>
          </a:xfrm>
          <a:prstGeom prst="rect">
            <a:avLst/>
          </a:prstGeom>
          <a:noFill/>
          <a:ln>
            <a:noFill/>
          </a:ln>
        </p:spPr>
        <p:txBody>
          <a:bodyPr lIns="91425" bIns="45700" anchor="t" rIns="91425" anchorCtr="0" wrap="square" spcFirstLastPara="1" tIns="45700">
            <a:spAutoFit/>
          </a:bodyPr>
          <a:lstStyle/>
          <a:p>
            <a:pPr lvl="0" indent="0" marR="0" rtl="0" marL="0" algn="l">
              <a:lnSpc>
                <a:spcPct val="100000"/>
              </a:lnSpc>
              <a:spcBef>
                <a:spcPts val="0"/>
              </a:spcBef>
              <a:spcAft>
                <a:spcPts val="0"/>
              </a:spcAft>
              <a:buNone/>
            </a:pPr>
            <a:r>
              <a:rPr b="0" cap="none" u="none" strike="noStrike" sz="1440" noProof="1" i="0" lang="ja">
                <a:solidFill>
                  <a:srgbClr val="000000"/>
                </a:solidFill>
                <a:latin typeface="Arial"/>
                <a:ea typeface="Arial"/>
                <a:cs typeface="Arial"/>
                <a:sym typeface="Arial"/>
              </a:rPr>
              <a:t>[Reference]</a:t>
            </a:r>
            <a:endParaRPr b="0" cap="none" u="none" sz="1440" strike="noStrike" i="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19" id="119"/>
        <p:cNvGrpSpPr/>
        <p:nvPr/>
      </p:nvGrpSpPr>
      <p:grpSpPr>
        <a:xfrm>
          <a:off x="0" y="0"/>
          <a:ext cx="0" cy="0"/>
          <a:chOff x="0" y="0"/>
          <a:chExt cx="0" cy="0"/>
        </a:xfrm>
      </p:grpSpPr>
      <p:sp>
        <p:nvSpPr>
          <p:cNvPr name="Google Shape;120;p21" id="120"/>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noProof="1" lang="ja">
                <a:latin typeface="Arial"/>
                <a:ea typeface="Arial"/>
                <a:cs typeface="Arial"/>
                <a:sym typeface="Arial"/>
              </a:rPr>
              <a:t>Chatham House Rules</a:t>
            </a:r>
            <a:endParaRPr/>
          </a:p>
        </p:txBody>
      </p:sp>
      <p:sp>
        <p:nvSpPr>
          <p:cNvPr name="Google Shape;121;p21" id="121"/>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a:bodyPr>
          <a:lstStyle/>
          <a:p>
            <a:pPr lvl="0" indent="-342900" rtl="0" marL="457200" algn="l">
              <a:lnSpc>
                <a:spcPct val="115000"/>
              </a:lnSpc>
              <a:spcBef>
                <a:spcPts val="0"/>
              </a:spcBef>
              <a:spcAft>
                <a:spcPts val="0"/>
              </a:spcAft>
              <a:buSzPts val="1800"/>
              <a:buChar char="●"/>
            </a:pPr>
            <a:r>
              <a:rPr b="0" sz="2240" noProof="1" i="0" lang="ja">
                <a:solidFill>
                  <a:schemeClr val="dk1"/>
                </a:solidFill>
                <a:latin typeface="Arial"/>
                <a:ea typeface="Arial"/>
                <a:cs typeface="Arial"/>
                <a:sym typeface="Arial"/>
              </a:rPr>
              <a:t>Follow Chatham House Rules</a:t>
            </a:r>
            <a:endParaRPr/>
          </a:p>
          <a:p>
            <a:pPr lvl="1" indent="-317500" rtl="0" marL="914400" algn="l">
              <a:lnSpc>
                <a:spcPct val="115000"/>
              </a:lnSpc>
              <a:spcBef>
                <a:spcPts val="0"/>
              </a:spcBef>
              <a:spcAft>
                <a:spcPts val="0"/>
              </a:spcAft>
              <a:buSzPts val="1400"/>
              <a:buChar char="○"/>
            </a:pPr>
            <a:r>
              <a:rPr b="0" sz="1600" noProof="1" i="0" lang="ja">
                <a:solidFill>
                  <a:schemeClr val="dk1"/>
                </a:solidFill>
                <a:latin typeface="Arial"/>
                <a:ea typeface="Arial"/>
                <a:cs typeface="Arial"/>
                <a:sym typeface="Arial"/>
              </a:rPr>
              <a:t>Recording is not allowed</a:t>
            </a:r>
            <a:endParaRPr/>
          </a:p>
          <a:p>
            <a:pPr lvl="1" indent="-317500" rtl="0" marL="914400" algn="l">
              <a:lnSpc>
                <a:spcPct val="115000"/>
              </a:lnSpc>
              <a:spcBef>
                <a:spcPts val="0"/>
              </a:spcBef>
              <a:spcAft>
                <a:spcPts val="0"/>
              </a:spcAft>
              <a:buSzPts val="1400"/>
              <a:buChar char="○"/>
            </a:pPr>
            <a:r>
              <a:rPr b="0" sz="1600" noProof="1" i="0" lang="ja">
                <a:solidFill>
                  <a:schemeClr val="dk1"/>
                </a:solidFill>
                <a:latin typeface="Arial"/>
                <a:ea typeface="Arial"/>
                <a:cs typeface="Arial"/>
                <a:sym typeface="Arial"/>
              </a:rPr>
              <a:t>You can share the information you receive as meeting notes,</a:t>
            </a:r>
            <a:endParaRPr b="0" sz="1600" i="0">
              <a:solidFill>
                <a:schemeClr val="dk1"/>
              </a:solidFill>
              <a:latin typeface="Arial"/>
              <a:ea typeface="Arial"/>
              <a:cs typeface="Arial"/>
              <a:sym typeface="Arial"/>
            </a:endParaRPr>
          </a:p>
          <a:p>
            <a:pPr lvl="1" indent="0" rtl="0" marL="596900" algn="l">
              <a:lnSpc>
                <a:spcPct val="115000"/>
              </a:lnSpc>
              <a:spcBef>
                <a:spcPts val="0"/>
              </a:spcBef>
              <a:spcAft>
                <a:spcPts val="0"/>
              </a:spcAft>
              <a:buSzPts val="1400"/>
              <a:buNone/>
            </a:pPr>
            <a:r>
              <a:rPr sz="1600" noProof="1" lang="ja">
                <a:solidFill>
                  <a:schemeClr val="dk1"/>
                </a:solidFill>
                <a:latin typeface="Arial"/>
                <a:ea typeface="Arial"/>
                <a:cs typeface="Arial"/>
                <a:sym typeface="Arial"/>
              </a:rPr>
              <a:t>but </a:t>
            </a:r>
            <a:r>
              <a:rPr b="0" sz="1600" noProof="1" i="0" lang="ja">
                <a:solidFill>
                  <a:schemeClr val="dk1"/>
                </a:solidFill>
                <a:latin typeface="Arial"/>
                <a:ea typeface="Arial"/>
                <a:cs typeface="Arial"/>
                <a:sym typeface="Arial"/>
              </a:rPr>
              <a:t>don't reveal who said it.</a:t>
            </a:r>
            <a:r>
              <a:rPr sz="1600" lang="ja">
                <a:solidFill>
                  <a:schemeClr val="dk1"/>
                </a:solidFill>
                <a:latin typeface="Arial"/>
                <a:ea typeface="Arial"/>
                <a:cs typeface="Arial"/>
                <a:sym typeface="Arial"/>
              </a:rPr>
              <a:t>　</a:t>
            </a:r>
            <a:endParaRPr/>
          </a:p>
          <a:p>
            <a:pPr lvl="0" indent="-342900" rtl="0" marL="457200" algn="l">
              <a:lnSpc>
                <a:spcPct val="115000"/>
              </a:lnSpc>
              <a:spcBef>
                <a:spcPts val="0"/>
              </a:spcBef>
              <a:spcAft>
                <a:spcPts val="0"/>
              </a:spcAft>
              <a:buSzPts val="1800"/>
              <a:buChar char="●"/>
            </a:pPr>
            <a:r>
              <a:rPr b="0" u="sng" strike="noStrike" sz="2240" noProof="1" i="0" lang="ja">
                <a:solidFill>
                  <a:srgbClr val="24292F"/>
                </a:solidFill>
                <a:latin typeface="Arial"/>
                <a:ea typeface="Arial"/>
                <a:cs typeface="Arial"/>
                <a:sym typeface="Arial"/>
                <a:hlinkClick r:id="rId3">
                  <a:extLst>
                    <a:ext uri="{A12FA001-AC4F-418D-AE19-62706E023703}">
                      <ahyp:hlinkClr xmlns:ahyp="http://schemas.microsoft.com/office/drawing/2018/hyperlinkcolor" val="tx"/>
                    </a:ext>
                  </a:extLst>
                </a:hlinkClick>
              </a:rPr>
              <a:t>Chatham House Rules</a:t>
            </a:r>
            <a:endParaRPr b="0" sz="2240" i="0">
              <a:solidFill>
                <a:srgbClr val="24292F"/>
              </a:solidFill>
              <a:latin typeface="Arial"/>
              <a:ea typeface="Arial"/>
              <a:cs typeface="Arial"/>
              <a:sym typeface="Arial"/>
            </a:endParaRPr>
          </a:p>
          <a:p>
            <a:pPr lvl="0" indent="-228600" rtl="0" marL="457200" algn="l">
              <a:lnSpc>
                <a:spcPct val="115000"/>
              </a:lnSpc>
              <a:spcBef>
                <a:spcPts val="0"/>
              </a:spcBef>
              <a:spcAft>
                <a:spcPts val="0"/>
              </a:spcAft>
              <a:buSzPts val="1800"/>
              <a:buNone/>
            </a:pPr>
            <a:r>
              <a:t> </a:t>
            </a:r>
            <a:endParaRPr sz="224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25" id="125"/>
        <p:cNvGrpSpPr/>
        <p:nvPr/>
      </p:nvGrpSpPr>
      <p:grpSpPr>
        <a:xfrm>
          <a:off x="0" y="0"/>
          <a:ext cx="0" cy="0"/>
          <a:chOff x="0" y="0"/>
          <a:chExt cx="0" cy="0"/>
        </a:xfrm>
      </p:grpSpPr>
      <p:sp>
        <p:nvSpPr>
          <p:cNvPr name="Google Shape;126;p22" id="126"/>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noProof="1" lang="ja">
                <a:latin typeface="Arial"/>
                <a:ea typeface="Arial"/>
                <a:cs typeface="Arial"/>
                <a:sym typeface="Arial"/>
              </a:rPr>
              <a:t>Code of Conduct</a:t>
            </a:r>
            <a:endParaRPr/>
          </a:p>
        </p:txBody>
      </p:sp>
      <p:sp>
        <p:nvSpPr>
          <p:cNvPr name="Google Shape;127;p22" id="127"/>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lnSpcReduction="10000" fontScale="70000"/>
          </a:bodyPr>
          <a:lstStyle/>
          <a:p>
            <a:pPr lvl="0" indent="-317500" rtl="0" marL="457200" algn="l">
              <a:lnSpc>
                <a:spcPct val="115000"/>
              </a:lnSpc>
              <a:spcBef>
                <a:spcPts val="0"/>
              </a:spcBef>
              <a:spcAft>
                <a:spcPts val="0"/>
              </a:spcAft>
              <a:buSzPct val="100000"/>
              <a:buFont typeface="Arial"/>
              <a:buChar char="●"/>
            </a:pPr>
            <a:r>
              <a:rPr sz="1600" noProof="1" lang="ja"/>
              <a:t>Follow the Linux Foundation Japan Code of Conduct</a:t>
            </a:r>
            <a:br>
              <a:rPr sz="1600" lang="ja"/>
            </a:br>
            <a:r>
              <a:rPr u="sng" sz="1600" noProof="1" lang="ja">
                <a:solidFill>
                  <a:schemeClr val="hlink"/>
                </a:solidFill>
                <a:latin typeface="Arial"/>
                <a:ea typeface="Arial"/>
                <a:cs typeface="Arial"/>
                <a:sym typeface="Arial"/>
                <a:hlinkClick r:id="rId3"/>
              </a:rPr>
              <a:t>https://www.linuxfoundation.jp/code-of-conduct/</a:t>
            </a:r>
            <a:endParaRPr sz="1600">
              <a:solidFill>
                <a:schemeClr val="dk1"/>
              </a:solidFill>
              <a:latin typeface="Arial"/>
              <a:ea typeface="Arial"/>
              <a:cs typeface="Arial"/>
              <a:sym typeface="Arial"/>
            </a:endParaRPr>
          </a:p>
          <a:p>
            <a:pPr lvl="0" indent="-317500" rtl="0" marL="457200" algn="l">
              <a:spcBef>
                <a:spcPts val="0"/>
              </a:spcBef>
              <a:spcAft>
                <a:spcPts val="0"/>
              </a:spcAft>
              <a:buClr>
                <a:schemeClr val="dk1"/>
              </a:buClr>
              <a:buSzPct val="100000"/>
              <a:buFont typeface="Arial"/>
              <a:buChar char="●"/>
            </a:pPr>
            <a:r>
              <a:rPr b="1" sz="1600" noProof="1" lang="ja">
                <a:solidFill>
                  <a:schemeClr val="dk1"/>
                </a:solidFill>
                <a:latin typeface="Arial"/>
                <a:ea typeface="Arial"/>
                <a:cs typeface="Arial"/>
                <a:sym typeface="Arial"/>
              </a:rPr>
              <a:t>Unacceptable conduct (excerpts)</a:t>
            </a:r>
            <a:endParaRPr b="1" sz="1600">
              <a:solidFill>
                <a:schemeClr val="dk1"/>
              </a:solidFill>
              <a:latin typeface="Arial"/>
              <a:ea typeface="Arial"/>
              <a:cs typeface="Arial"/>
              <a:sym typeface="Arial"/>
            </a:endParaRPr>
          </a:p>
          <a:p>
            <a:pPr lvl="1" indent="-317500" rtl="0" marL="914400" algn="l">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Harassment in any form is unacceptable, including harassment based on gender, gender identity, gender expression, sexual orientation, disability, appearance, body size, race, age, religion, or any position or position protected by the laws of the country or region where the conference or program is held.</a:t>
            </a:r>
            <a:endParaRPr sz="1600">
              <a:solidFill>
                <a:schemeClr val="dk1"/>
              </a:solidFill>
              <a:latin typeface="Arial"/>
              <a:ea typeface="Arial"/>
              <a:cs typeface="Arial"/>
              <a:sym typeface="Arial"/>
            </a:endParaRPr>
          </a:p>
          <a:p>
            <a:pPr lvl="1" indent="-317500" rtl="0" marL="914400" algn="l">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Harassment also includes the use of abusive, offensive, or demeaning language, threats, stalking, harassing photographs or recordings, inappropriate physical contact, sexual images, and unwanted sexual advances or requests for sexual conduct.</a:t>
            </a:r>
            <a:endParaRPr sz="1600">
              <a:solidFill>
                <a:schemeClr val="dk1"/>
              </a:solidFill>
              <a:latin typeface="Arial"/>
              <a:ea typeface="Arial"/>
              <a:cs typeface="Arial"/>
              <a:sym typeface="Arial"/>
            </a:endParaRPr>
          </a:p>
          <a:p>
            <a:pPr lvl="1" indent="-317500" rtl="0" marL="914400" algn="l">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Participants who are asked to stop harassing behavior should promptly comply with the request. </a:t>
            </a:r>
            <a:r>
              <a:rPr sz="1600" noProof="1" lang="ja">
                <a:solidFill>
                  <a:schemeClr val="dk1"/>
                </a:solidFill>
                <a:latin typeface="Arial"/>
                <a:ea typeface="Arial"/>
                <a:cs typeface="Arial"/>
                <a:sym typeface="Arial"/>
              </a:rPr>
              <a:t>Witnesses or victims of unacceptable behavior should notify the conference organizers immediately.</a:t>
            </a:r>
            <a:endParaRPr sz="1600">
              <a:solidFill>
                <a:schemeClr val="dk1"/>
              </a:solidFill>
              <a:latin typeface="Arial"/>
              <a:ea typeface="Arial"/>
              <a:cs typeface="Arial"/>
              <a:sym typeface="Arial"/>
            </a:endParaRPr>
          </a:p>
          <a:p>
            <a:pPr lvl="0" indent="-317500" rtl="0" marL="457200" algn="l">
              <a:lnSpc>
                <a:spcPct val="115000"/>
              </a:lnSpc>
              <a:spcBef>
                <a:spcPts val="0"/>
              </a:spcBef>
              <a:spcAft>
                <a:spcPts val="0"/>
              </a:spcAft>
              <a:buClr>
                <a:schemeClr val="dk1"/>
              </a:buClr>
              <a:buSzPct val="100000"/>
              <a:buFont typeface="Arial"/>
              <a:buChar char="●"/>
            </a:pPr>
            <a:r>
              <a:rPr b="1" sz="1600" noProof="1" lang="ja">
                <a:solidFill>
                  <a:schemeClr val="dk1"/>
                </a:solidFill>
                <a:latin typeface="Arial"/>
                <a:ea typeface="Arial"/>
                <a:cs typeface="Arial"/>
                <a:sym typeface="Arial"/>
              </a:rPr>
              <a:t>Incident Response (excerpt)</a:t>
            </a:r>
            <a:endParaRPr b="1" sz="1600">
              <a:solidFill>
                <a:schemeClr val="dk1"/>
              </a:solidFill>
              <a:latin typeface="Arial"/>
              <a:ea typeface="Arial"/>
              <a:cs typeface="Arial"/>
              <a:sym typeface="Arial"/>
            </a:endParaRPr>
          </a:p>
          <a:p>
            <a:pPr lvl="1" indent="-317500" rtl="0" marL="914400" algn="l">
              <a:lnSpc>
                <a:spcPct val="115000"/>
              </a:lnSpc>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If a participant engages in harassing behavior, the conference organizers will take any action deemed appropriate in the circumstances, including warning the offender or expelling him or her from the conference.</a:t>
            </a:r>
            <a:endParaRPr sz="16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31" id="131"/>
        <p:cNvGrpSpPr/>
        <p:nvPr/>
      </p:nvGrpSpPr>
      <p:grpSpPr>
        <a:xfrm>
          <a:off x="0" y="0"/>
          <a:ext cx="0" cy="0"/>
          <a:chOff x="0" y="0"/>
          <a:chExt cx="0" cy="0"/>
        </a:xfrm>
      </p:grpSpPr>
      <p:sp>
        <p:nvSpPr>
          <p:cNvPr name="Google Shape;132;p23" id="132"/>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Administrative Communication</a:t>
            </a:r>
            <a:endParaRPr/>
          </a:p>
        </p:txBody>
      </p:sp>
      <p:sp>
        <p:nvSpPr>
          <p:cNvPr name="Google Shape;133;p23" id="133"/>
          <p:cNvSpPr txBox="1"/>
          <p:nvPr>
            <p:ph idx="1" type="body"/>
          </p:nvPr>
        </p:nvSpPr>
        <p:spPr>
          <a:xfrm>
            <a:off x="280350" y="1266450"/>
            <a:ext cx="8520600" cy="3339000"/>
          </a:xfrm>
          <a:prstGeom prst="rect">
            <a:avLst/>
          </a:prstGeom>
        </p:spPr>
        <p:txBody>
          <a:bodyPr lIns="91425" bIns="91425" anchor="t" rIns="91425" anchorCtr="0" wrap="square" spcFirstLastPara="1" tIns="91425">
            <a:normAutofit fontScale="92500"/>
          </a:bodyPr>
          <a:lstStyle/>
          <a:p>
            <a:pPr lvl="0" indent="0" rtl="0" marL="0" algn="l">
              <a:spcBef>
                <a:spcPts val="0"/>
              </a:spcBef>
              <a:spcAft>
                <a:spcPts val="0"/>
              </a:spcAft>
              <a:buNone/>
            </a:pPr>
            <a:r>
              <a:rPr noProof="1" lang="ja"/>
              <a:t>Communication Method</a:t>
            </a:r>
            <a:endParaRPr/>
          </a:p>
          <a:p>
            <a:pPr lvl="0" indent="-334327" rtl="0" marL="457200" algn="l">
              <a:spcBef>
                <a:spcPts val="0"/>
              </a:spcBef>
              <a:spcAft>
                <a:spcPts val="0"/>
              </a:spcAft>
              <a:buSzPct val="100000"/>
              <a:buChar char="●"/>
            </a:pPr>
            <a:r>
              <a:rPr noProof="1" lang="ja"/>
              <a:t>Slack: thetodogroup.slack.com</a:t>
            </a:r>
            <a:endParaRPr/>
          </a:p>
          <a:p>
            <a:pPr lvl="1" indent="-310832" rtl="0" marL="914400" algn="l">
              <a:spcBef>
                <a:spcPts val="0"/>
              </a:spcBef>
              <a:spcAft>
                <a:spcPts val="0"/>
              </a:spcAft>
              <a:buSzPct val="100000"/>
              <a:buChar char="○"/>
            </a:pPr>
            <a:r>
              <a:rPr noProof="1" lang="ja"/>
              <a:t>#chapter-japan</a:t>
            </a:r>
            <a:endParaRPr/>
          </a:p>
          <a:p>
            <a:pPr lvl="0" indent="-334327" rtl="0" marL="457200" algn="l">
              <a:spcBef>
                <a:spcPts val="0"/>
              </a:spcBef>
              <a:spcAft>
                <a:spcPts val="0"/>
              </a:spcAft>
              <a:buSzPct val="100000"/>
              <a:buChar char="●"/>
            </a:pPr>
            <a:r>
              <a:rPr noProof="1" lang="ja"/>
              <a:t>Materials</a:t>
            </a:r>
            <a:endParaRPr/>
          </a:p>
          <a:p>
            <a:pPr lvl="1" indent="-310832" rtl="0" marL="914400" algn="l">
              <a:spcBef>
                <a:spcPts val="0"/>
              </a:spcBef>
              <a:spcAft>
                <a:spcPts val="0"/>
              </a:spcAft>
              <a:buSzPct val="100000"/>
              <a:buChar char="○"/>
            </a:pPr>
            <a:r>
              <a:rPr noProof="1" lang="ja"/>
              <a:t>Slide Materials (this slide) </a:t>
            </a:r>
            <a:r>
              <a:rPr u="sng" noProof="1" lang="ja">
                <a:solidFill>
                  <a:schemeClr val="hlink"/>
                </a:solidFill>
                <a:hlinkClick r:id="rId3"/>
              </a:rPr>
              <a:t>https://docs.google.com/presentation/d/1nhHDVBFhkiQLJxJEQcsKTk1nAOrBlPYSt-SDP5xbe0w</a:t>
            </a:r>
            <a:endParaRPr/>
          </a:p>
          <a:p>
            <a:pPr lvl="1" indent="-310832" rtl="0" marL="914400" algn="l">
              <a:spcBef>
                <a:spcPts val="0"/>
              </a:spcBef>
              <a:spcAft>
                <a:spcPts val="0"/>
              </a:spcAft>
              <a:buSzPct val="100000"/>
              <a:buChar char="○"/>
            </a:pPr>
            <a:r>
              <a:rPr noProof="1" lang="ja"/>
              <a:t>Discussion Sheet </a:t>
            </a:r>
            <a:r>
              <a:rPr u="sng" noProof="1" lang="ja">
                <a:solidFill>
                  <a:schemeClr val="hlink"/>
                </a:solidFill>
                <a:hlinkClick r:id="rId4"/>
              </a:rPr>
              <a:t>https://docs.google.com/spreadsheets/d/12aQYG-V8R-Svmi52draGb_Kcg21N__6Vn6v36QRFs94</a:t>
            </a:r>
            <a:endParaRPr/>
          </a:p>
          <a:p>
            <a:pPr lvl="1" indent="-310832" rtl="0" marL="914400" algn="l">
              <a:spcBef>
                <a:spcPts val="0"/>
              </a:spcBef>
              <a:spcAft>
                <a:spcPts val="0"/>
              </a:spcAft>
              <a:buSzPct val="100000"/>
              <a:buChar char="○"/>
            </a:pPr>
            <a:r>
              <a:rPr noProof="1" lang="ja"/>
              <a:t>Weighting Sheet </a:t>
            </a:r>
            <a:r>
              <a:rPr u="sng" noProof="1" lang="ja">
                <a:solidFill>
                  <a:schemeClr val="hlink"/>
                </a:solidFill>
                <a:hlinkClick r:id="rId5"/>
              </a:rPr>
              <a:t>https://docs.google.com/spreadsheets/d/1A7ArTnbwh3t1fcShud-SqLru9K6zmYAokUH6Zxk5sSA</a:t>
            </a:r>
            <a:endParaRPr/>
          </a:p>
          <a:p>
            <a:pPr lvl="1" indent="-310832" rtl="0" marL="914400" algn="l">
              <a:spcBef>
                <a:spcPts val="0"/>
              </a:spcBef>
              <a:spcAft>
                <a:spcPts val="0"/>
              </a:spcAft>
              <a:buSzPct val="100000"/>
              <a:buChar char="○"/>
            </a:pPr>
            <a:r>
              <a:rPr noProof="1" lang="ja"/>
              <a:t>These are personal account files, so please do not insert large size images.</a:t>
            </a:r>
            <a:endParaRPr/>
          </a:p>
        </p:txBody>
      </p:sp>
      <p:pic>
        <p:nvPicPr>
          <p:cNvPr name="Google Shape;134;p23" id="134"/>
          <p:cNvPicPr preferRelativeResize="0"/>
          <p:nvPr/>
        </p:nvPicPr>
        <p:blipFill>
          <a:blip r:embed="rId6">
            <a:alphaModFix/>
          </a:blip>
          <a:stretch>
            <a:fillRect/>
          </a:stretch>
        </p:blipFill>
        <p:spPr>
          <a:xfrm>
            <a:off x="4464696" y="342400"/>
            <a:ext cx="4487550" cy="212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38" id="138"/>
        <p:cNvGrpSpPr/>
        <p:nvPr/>
      </p:nvGrpSpPr>
      <p:grpSpPr>
        <a:xfrm>
          <a:off x="0" y="0"/>
          <a:ext cx="0" cy="0"/>
          <a:chOff x="0" y="0"/>
          <a:chExt cx="0" cy="0"/>
        </a:xfrm>
      </p:grpSpPr>
      <p:sp>
        <p:nvSpPr>
          <p:cNvPr name="Google Shape;139;p24" id="139"/>
          <p:cNvSpPr txBox="1"/>
          <p:nvPr>
            <p:ph type="title"/>
          </p:nvPr>
        </p:nvSpPr>
        <p:spPr>
          <a:xfrm>
            <a:off x="778600" y="1016575"/>
            <a:ext cx="7586700" cy="1663200"/>
          </a:xfrm>
          <a:prstGeom prst="rect">
            <a:avLst/>
          </a:prstGeom>
        </p:spPr>
        <p:txBody>
          <a:bodyPr lIns="91425" bIns="91425" anchor="t" rIns="91425" anchorCtr="0" wrap="square" spcFirstLastPara="1" tIns="91425">
            <a:normAutofit/>
          </a:bodyPr>
          <a:lstStyle/>
          <a:p>
            <a:pPr lvl="0" indent="0" rtl="0" marL="0" algn="l">
              <a:spcBef>
                <a:spcPts val="0"/>
              </a:spcBef>
              <a:spcAft>
                <a:spcPts val="0"/>
              </a:spcAft>
              <a:buNone/>
            </a:pPr>
            <a:r>
              <a:rPr noProof="1" lang="ja"/>
              <a:t>OSS Strategy &amp; Hosting Activities</a:t>
            </a:r>
            <a:endParaRPr/>
          </a:p>
          <a:p>
            <a:pPr lvl="0" indent="0" rtl="0" marL="0" algn="l">
              <a:spcBef>
                <a:spcPts val="0"/>
              </a:spcBef>
              <a:spcAft>
                <a:spcPts val="0"/>
              </a:spcAft>
              <a:buNone/>
            </a:pPr>
            <a:r>
              <a:t> </a:t>
            </a:r>
            <a:endParaRPr/>
          </a:p>
        </p:txBody>
      </p:sp>
      <p:sp>
        <p:nvSpPr>
          <p:cNvPr name="Google Shape;140;p24" id="140"/>
          <p:cNvSpPr txBox="1"/>
          <p:nvPr/>
        </p:nvSpPr>
        <p:spPr>
          <a:xfrm>
            <a:off x="5578325" y="3849650"/>
            <a:ext cx="3361800" cy="461700"/>
          </a:xfrm>
          <a:prstGeom prst="rect">
            <a:avLst/>
          </a:prstGeom>
          <a:noFill/>
          <a:ln>
            <a:noFill/>
          </a:ln>
        </p:spPr>
        <p:txBody>
          <a:bodyPr lIns="91425" bIns="91425" anchor="t" rIns="91425" anchorCtr="0" wrap="square" spcFirstLastPara="1" tIns="91425">
            <a:spAutoFit/>
          </a:bodyPr>
          <a:lstStyle/>
          <a:p>
            <a:pPr lvl="0" indent="0" rtl="0" marL="0" algn="r">
              <a:spcBef>
                <a:spcPts val="0"/>
              </a:spcBef>
              <a:spcAft>
                <a:spcPts val="0"/>
              </a:spcAft>
              <a:buNone/>
            </a:pPr>
            <a:r>
              <a:rPr sz="1440" noProof="1" lang="ja">
                <a:solidFill>
                  <a:schemeClr val="dk1"/>
                </a:solidFill>
                <a:latin typeface="Roboto Slab Light"/>
                <a:ea typeface="Roboto Slab Light"/>
                <a:cs typeface="Roboto Slab Light"/>
                <a:sym typeface="Roboto Slab Light"/>
              </a:rPr>
              <a:t>Last updated 2024/10</a:t>
            </a:r>
            <a:endParaRPr sz="1440">
              <a:solidFill>
                <a:schemeClr val="dk2"/>
              </a:solidFill>
              <a:latin typeface="Open Sans Medium"/>
              <a:ea typeface="Open Sans Medium"/>
              <a:cs typeface="Open Sans Medium"/>
              <a:sym typeface="Open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44" id="144"/>
        <p:cNvGrpSpPr/>
        <p:nvPr/>
      </p:nvGrpSpPr>
      <p:grpSpPr>
        <a:xfrm>
          <a:off x="0" y="0"/>
          <a:ext cx="0" cy="0"/>
          <a:chOff x="0" y="0"/>
          <a:chExt cx="0" cy="0"/>
        </a:xfrm>
      </p:grpSpPr>
      <p:sp>
        <p:nvSpPr>
          <p:cNvPr name="Google Shape;145;p25" id="145"/>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46;p25" id="146"/>
          <p:cNvSpPr/>
          <p:nvPr/>
        </p:nvSpPr>
        <p:spPr>
          <a:xfrm>
            <a:off x="5116729" y="2377014"/>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147;p25" id="147"/>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10000"/>
          </a:bodyPr>
          <a:lstStyle/>
          <a:p>
            <a:pPr lvl="0" indent="-342900" rtl="0" marL="457200" algn="l">
              <a:spcBef>
                <a:spcPts val="0"/>
              </a:spcBef>
              <a:spcAft>
                <a:spcPts val="0"/>
              </a:spcAft>
              <a:buClr>
                <a:schemeClr val="accent3"/>
              </a:buClr>
              <a:buSzPts val="1800"/>
              <a:buChar char="■"/>
            </a:pPr>
            <a:r>
              <a:rPr noProof="1" lang="ja"/>
              <a:t>OSS is essential to business</a:t>
            </a:r>
            <a:endParaRPr/>
          </a:p>
          <a:p>
            <a:pPr lvl="0" indent="-342900" rtl="0" marL="457200" algn="l">
              <a:spcBef>
                <a:spcPts val="0"/>
              </a:spcBef>
              <a:spcAft>
                <a:spcPts val="0"/>
              </a:spcAft>
              <a:buClr>
                <a:schemeClr val="accent3"/>
              </a:buClr>
              <a:buSzPts val="1800"/>
              <a:buChar char="■"/>
            </a:pPr>
            <a:r>
              <a:rPr noProof="1" lang="ja"/>
              <a:t>OSS itself does not generate profits</a:t>
            </a:r>
            <a:endParaRPr/>
          </a:p>
          <a:p>
            <a:pPr lvl="0" indent="-342900" rtl="0" marL="457200" algn="l">
              <a:spcBef>
                <a:spcPts val="0"/>
              </a:spcBef>
              <a:spcAft>
                <a:spcPts val="0"/>
              </a:spcAft>
              <a:buClr>
                <a:schemeClr val="accent3"/>
              </a:buClr>
              <a:buSzPts val="1800"/>
              <a:buChar char="■"/>
            </a:pPr>
            <a:r>
              <a:rPr noProof="1" lang="ja"/>
              <a:t>OSS utilization generates profits</a:t>
            </a:r>
            <a:endParaRPr/>
          </a:p>
          <a:p>
            <a:pPr lvl="0" indent="-342900" rtl="0" marL="457200" algn="l">
              <a:spcBef>
                <a:spcPts val="0"/>
              </a:spcBef>
              <a:spcAft>
                <a:spcPts val="0"/>
              </a:spcAft>
              <a:buClr>
                <a:schemeClr val="accent3"/>
              </a:buClr>
              <a:buSzPts val="1800"/>
              <a:buChar char="■"/>
            </a:pPr>
            <a:r>
              <a:rPr noProof="1" lang="ja"/>
              <a:t>Businesses close to and far from OSS</a:t>
            </a:r>
            <a:br>
              <a:rPr lang="ja"/>
            </a:br>
            <a:r>
              <a:rPr noProof="1" lang="ja"/>
              <a:t>A meeting to consider the relationship and discuss issues</a:t>
            </a:r>
            <a:endParaRPr/>
          </a:p>
          <a:p>
            <a:pPr lvl="0" indent="0" rtl="0" marL="0" algn="l">
              <a:spcBef>
                <a:spcPts val="0"/>
              </a:spcBef>
              <a:spcAft>
                <a:spcPts val="0"/>
              </a:spcAft>
              <a:buNone/>
            </a:pPr>
            <a:r>
              <a:t> </a:t>
            </a:r>
            <a:endParaRPr/>
          </a:p>
          <a:p>
            <a:pPr lvl="0" indent="-342900" rtl="0" marL="457200" algn="l">
              <a:spcBef>
                <a:spcPts val="0"/>
              </a:spcBef>
              <a:spcAft>
                <a:spcPts val="0"/>
              </a:spcAft>
              <a:buClr>
                <a:schemeClr val="accent3"/>
              </a:buClr>
              <a:buSzPts val="1800"/>
              <a:buChar char="■"/>
            </a:pPr>
            <a:r>
              <a:rPr noProof="1" lang="ja"/>
              <a:t>*The following and OSPO are not discussed</a:t>
            </a:r>
            <a:endParaRPr/>
          </a:p>
          <a:p>
            <a:pPr lvl="1" indent="-317500" rtl="0" marL="914400" algn="l">
              <a:spcBef>
                <a:spcPts val="0"/>
              </a:spcBef>
              <a:spcAft>
                <a:spcPts val="0"/>
              </a:spcAft>
              <a:buSzPts val="1400"/>
              <a:buChar char="○"/>
            </a:pPr>
            <a:r>
              <a:rPr noProof="1" lang="ja"/>
              <a:t>Rules and processes</a:t>
            </a:r>
            <a:endParaRPr/>
          </a:p>
          <a:p>
            <a:pPr lvl="1" indent="-317500" rtl="0" marL="914400" algn="l">
              <a:spcBef>
                <a:spcPts val="0"/>
              </a:spcBef>
              <a:spcAft>
                <a:spcPts val="0"/>
              </a:spcAft>
              <a:buSzPts val="1400"/>
              <a:buChar char="○"/>
            </a:pPr>
            <a:r>
              <a:rPr noProof="1" lang="ja"/>
              <a:t>KPI</a:t>
            </a:r>
            <a:endParaRPr/>
          </a:p>
          <a:p>
            <a:pPr lvl="1" indent="-317500" rtl="0" marL="914400" algn="l">
              <a:spcBef>
                <a:spcPts val="0"/>
              </a:spcBef>
              <a:spcAft>
                <a:spcPts val="0"/>
              </a:spcAft>
              <a:buSzPts val="1400"/>
              <a:buChar char="○"/>
            </a:pPr>
            <a:r>
              <a:rPr noProof="1" lang="ja"/>
              <a:t>Organization, Internal Structure, Internal Cooperation</a:t>
            </a:r>
            <a:endParaRPr/>
          </a:p>
          <a:p>
            <a:pPr lvl="1" indent="-317500" rtl="0" marL="914400" algn="l">
              <a:spcBef>
                <a:spcPts val="0"/>
              </a:spcBef>
              <a:spcAft>
                <a:spcPts val="0"/>
              </a:spcAft>
              <a:buSzPts val="1400"/>
              <a:buChar char="○"/>
            </a:pPr>
            <a:r>
              <a:rPr noProof="1" lang="ja"/>
              <a:t>Compliance</a:t>
            </a:r>
            <a:endParaRPr/>
          </a:p>
        </p:txBody>
      </p:sp>
      <p:sp>
        <p:nvSpPr>
          <p:cNvPr name="Google Shape;148;p25" id="148"/>
          <p:cNvSpPr/>
          <p:nvPr/>
        </p:nvSpPr>
        <p:spPr>
          <a:xfrm>
            <a:off x="4621327" y="1017789"/>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br>
              <a:rPr lang="ja">
                <a:latin typeface="Open Sans"/>
                <a:ea typeface="Open Sans"/>
                <a:cs typeface="Open Sans"/>
                <a:sym typeface="Open Sans"/>
              </a:rPr>
            </a:br>
            <a:r>
              <a:rPr noProof="1" lang="ja">
                <a:latin typeface="Open Sans"/>
                <a:ea typeface="Open Sans"/>
                <a:cs typeface="Open Sans"/>
                <a:sym typeface="Open Sans"/>
              </a:rPr>
              <a:t>1</a:t>
            </a:r>
            <a:endParaRPr>
              <a:latin typeface="Open Sans"/>
              <a:ea typeface="Open Sans"/>
              <a:cs typeface="Open Sans"/>
              <a:sym typeface="Open Sans"/>
            </a:endParaRPr>
          </a:p>
        </p:txBody>
      </p:sp>
      <p:sp>
        <p:nvSpPr>
          <p:cNvPr name="Google Shape;149;p25" id="149"/>
          <p:cNvSpPr/>
          <p:nvPr/>
        </p:nvSpPr>
        <p:spPr>
          <a:xfrm>
            <a:off x="6619850" y="3068439"/>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3</a:t>
            </a:r>
            <a:endParaRPr>
              <a:latin typeface="Open Sans"/>
              <a:ea typeface="Open Sans"/>
              <a:cs typeface="Open Sans"/>
              <a:sym typeface="Open Sans"/>
            </a:endParaRPr>
          </a:p>
        </p:txBody>
      </p:sp>
      <p:sp>
        <p:nvSpPr>
          <p:cNvPr name="Google Shape;150;p25" id="150"/>
          <p:cNvSpPr/>
          <p:nvPr/>
        </p:nvSpPr>
        <p:spPr>
          <a:xfrm>
            <a:off x="6272019" y="978825"/>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2 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2</a:t>
            </a:r>
            <a:endParaRPr>
              <a:latin typeface="Open Sans"/>
              <a:ea typeface="Open Sans"/>
              <a:cs typeface="Open Sans"/>
              <a:sym typeface="Open Sans"/>
            </a:endParaRPr>
          </a:p>
        </p:txBody>
      </p:sp>
      <p:sp>
        <p:nvSpPr>
          <p:cNvPr name="Google Shape;151;p25" id="151"/>
          <p:cNvSpPr/>
          <p:nvPr/>
        </p:nvSpPr>
        <p:spPr>
          <a:xfrm>
            <a:off x="7175500" y="0"/>
            <a:ext cx="1968600" cy="1968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cubic</a:t>
            </a:r>
            <a:endParaRPr>
              <a:latin typeface="Open Sans"/>
              <a:ea typeface="Open Sans"/>
              <a:cs typeface="Open Sans"/>
              <a:sym typeface="Open Sans"/>
            </a:endParaRPr>
          </a:p>
        </p:txBody>
      </p:sp>
      <p:sp>
        <p:nvSpPr>
          <p:cNvPr name="Google Shape;152;p25" id="152"/>
          <p:cNvSpPr/>
          <p:nvPr/>
        </p:nvSpPr>
        <p:spPr>
          <a:xfrm>
            <a:off x="4241100" y="718375"/>
            <a:ext cx="1092900" cy="1092900"/>
          </a:xfrm>
          <a:prstGeom prst="ellipse">
            <a:avLst/>
          </a:prstGeom>
          <a:solidFill>
            <a:schemeClr val="accent6"/>
          </a:solid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OSS</a:t>
            </a: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56" id="156"/>
        <p:cNvGrpSpPr/>
        <p:nvPr/>
      </p:nvGrpSpPr>
      <p:grpSpPr>
        <a:xfrm>
          <a:off x="0" y="0"/>
          <a:ext cx="0" cy="0"/>
          <a:chOff x="0" y="0"/>
          <a:chExt cx="0" cy="0"/>
        </a:xfrm>
      </p:grpSpPr>
      <p:sp>
        <p:nvSpPr>
          <p:cNvPr name="Google Shape;157;p26" id="157"/>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58;p26" id="15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2"/>
              </a:buClr>
              <a:buSzPts val="1800"/>
              <a:buChar char="■"/>
            </a:pPr>
            <a:r>
              <a:rPr noProof="1" lang="ja"/>
              <a:t>Imagine the </a:t>
            </a:r>
            <a:r>
              <a:rPr noProof="1" lang="ja">
                <a:solidFill>
                  <a:schemeClr val="accent5"/>
                </a:solidFill>
              </a:rPr>
              <a:t>challenges of OSS activities</a:t>
            </a:r>
            <a:r>
              <a:rPr noProof="1" lang="ja"/>
              <a:t> for companies (personas) that use OSS for their business.</a:t>
            </a:r>
            <a:endParaRPr/>
          </a:p>
          <a:p>
            <a:pPr lvl="1" indent="-317500" rtl="0" marL="914400" algn="l">
              <a:spcBef>
                <a:spcPts val="0"/>
              </a:spcBef>
              <a:spcAft>
                <a:spcPts val="0"/>
              </a:spcAft>
              <a:buSzPts val="1400"/>
              <a:buChar char="○"/>
            </a:pPr>
            <a:r>
              <a:rPr noProof="1" lang="ja"/>
              <a:t>Linux distro vendors</a:t>
            </a:r>
            <a:endParaRPr/>
          </a:p>
          <a:p>
            <a:pPr lvl="1" indent="-317500" rtl="0" marL="914400" algn="l">
              <a:spcBef>
                <a:spcPts val="0"/>
              </a:spcBef>
              <a:spcAft>
                <a:spcPts val="0"/>
              </a:spcAft>
              <a:buSzPts val="1400"/>
              <a:buChar char="○"/>
            </a:pPr>
            <a:r>
              <a:rPr noProof="1" lang="ja"/>
              <a:t>Automotive and telecommunications industries</a:t>
            </a:r>
            <a:endParaRPr/>
          </a:p>
          <a:p>
            <a:pPr lvl="1" indent="-317500" rtl="0" marL="914400" algn="l">
              <a:spcBef>
                <a:spcPts val="0"/>
              </a:spcBef>
              <a:spcAft>
                <a:spcPts val="0"/>
              </a:spcAft>
              <a:buSzPts val="1400"/>
              <a:buChar char="○"/>
            </a:pPr>
            <a:r>
              <a:rPr noProof="1" lang="ja"/>
              <a:t>Semiconductor vendors</a:t>
            </a:r>
            <a:endParaRPr/>
          </a:p>
          <a:p>
            <a:pPr lvl="1" indent="-317500" rtl="0" marL="914400" algn="l">
              <a:spcBef>
                <a:spcPts val="0"/>
              </a:spcBef>
              <a:spcAft>
                <a:spcPts val="0"/>
              </a:spcAft>
              <a:buSzPts val="1400"/>
              <a:buChar char="○"/>
            </a:pPr>
            <a:r>
              <a:rPr noProof="1" lang="ja"/>
              <a:t>Online sales services</a:t>
            </a:r>
            <a:endParaRPr/>
          </a:p>
          <a:p>
            <a:pPr lvl="1" indent="-317500" rtl="0" marL="914400" algn="l">
              <a:spcBef>
                <a:spcPts val="0"/>
              </a:spcBef>
              <a:spcAft>
                <a:spcPts val="0"/>
              </a:spcAft>
              <a:buSzPts val="1400"/>
              <a:buChar char="○"/>
            </a:pPr>
            <a:r>
              <a:rPr noProof="1" lang="ja"/>
              <a:t>Cloud services (not yet considered)</a:t>
            </a:r>
            <a:endParaRPr/>
          </a:p>
          <a:p>
            <a:pPr lvl="1" indent="-317500" rtl="0" marL="914400" algn="l">
              <a:spcBef>
                <a:spcPts val="0"/>
              </a:spcBef>
              <a:spcAft>
                <a:spcPts val="0"/>
              </a:spcAft>
              <a:buSzPts val="1400"/>
              <a:buChar char="○"/>
            </a:pPr>
            <a:r>
              <a:rPr noProof="1" lang="ja"/>
              <a:t>OSS consulting services (not yet considered)</a:t>
            </a:r>
            <a:endParaRPr/>
          </a:p>
          <a:p>
            <a:pPr lvl="0" indent="-342900" rtl="0" marL="457200" algn="l">
              <a:spcBef>
                <a:spcPts val="0"/>
              </a:spcBef>
              <a:spcAft>
                <a:spcPts val="0"/>
              </a:spcAft>
              <a:buClr>
                <a:schemeClr val="accent2"/>
              </a:buClr>
              <a:buSzPts val="1800"/>
              <a:buChar char="■"/>
            </a:pPr>
            <a:r>
              <a:rPr noProof="1" lang="ja"/>
              <a:t>Required OSS contribution Activities are similar</a:t>
            </a:r>
            <a:endParaRPr/>
          </a:p>
          <a:p>
            <a:pPr lvl="0" indent="-342900" rtl="0" marL="457200" algn="l">
              <a:spcBef>
                <a:spcPts val="0"/>
              </a:spcBef>
              <a:spcAft>
                <a:spcPts val="0"/>
              </a:spcAft>
              <a:buClr>
                <a:schemeClr val="accent2"/>
              </a:buClr>
              <a:buSzPts val="1800"/>
              <a:buChar char="■"/>
            </a:pPr>
            <a:r>
              <a:rPr noProof="1" lang="ja"/>
              <a:t>However, each activity has a different business impact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62" id="162"/>
        <p:cNvGrpSpPr/>
        <p:nvPr/>
      </p:nvGrpSpPr>
      <p:grpSpPr>
        <a:xfrm>
          <a:off x="0" y="0"/>
          <a:ext cx="0" cy="0"/>
          <a:chOff x="0" y="0"/>
          <a:chExt cx="0" cy="0"/>
        </a:xfrm>
      </p:grpSpPr>
      <p:sp>
        <p:nvSpPr>
          <p:cNvPr name="Google Shape;163;p27" id="163"/>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64;p27" id="164"/>
          <p:cNvSpPr/>
          <p:nvPr/>
        </p:nvSpPr>
        <p:spPr>
          <a:xfrm>
            <a:off x="5116729" y="2377014"/>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165;p27" id="165"/>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fontScale="92500"/>
          </a:bodyPr>
          <a:lstStyle/>
          <a:p>
            <a:pPr lvl="0" indent="-334327" rtl="0" marL="457200" algn="l">
              <a:spcBef>
                <a:spcPts val="0"/>
              </a:spcBef>
              <a:spcAft>
                <a:spcPts val="0"/>
              </a:spcAft>
              <a:buClr>
                <a:schemeClr val="accent3"/>
              </a:buClr>
              <a:buSzPct val="100000"/>
              <a:buChar char="■"/>
            </a:pPr>
            <a:r>
              <a:rPr noProof="1" lang="ja"/>
              <a:t>OSS business strategy and OSS in-house</a:t>
            </a:r>
            <a:br>
              <a:rPr lang="ja"/>
            </a:br>
            <a:r>
              <a:rPr noProof="1" lang="ja"/>
              <a:t>Hosting initiatives</a:t>
            </a:r>
            <a:endParaRPr/>
          </a:p>
          <a:p>
            <a:pPr lvl="1" indent="-310832" rtl="0" marL="914400" algn="l">
              <a:spcBef>
                <a:spcPts val="0"/>
              </a:spcBef>
              <a:spcAft>
                <a:spcPts val="0"/>
              </a:spcAft>
              <a:buSzPct val="100000"/>
              <a:buChar char="○"/>
            </a:pPr>
            <a:r>
              <a:rPr noProof="1" lang="ja"/>
              <a:t>OSS use and license compliance</a:t>
            </a:r>
            <a:br>
              <a:rPr lang="ja"/>
            </a:br>
            <a:r>
              <a:rPr noProof="1" lang="ja"/>
              <a:t>to achieve a higher stage (participation, contribution,
leadership)</a:t>
            </a:r>
            <a:br>
              <a:rPr lang="ja"/>
            </a:br>
            <a:endParaRPr/>
          </a:p>
          <a:p>
            <a:pPr lvl="0" indent="0" rtl="0" marL="0" algn="l">
              <a:spcBef>
                <a:spcPts val="0"/>
              </a:spcBef>
              <a:spcAft>
                <a:spcPts val="0"/>
              </a:spcAft>
              <a:buNone/>
            </a:pPr>
            <a:r>
              <a:t> </a:t>
            </a:r>
            <a:endParaRPr/>
          </a:p>
          <a:p>
            <a:pPr lvl="0" indent="-334327" rtl="0" marL="457200" algn="l">
              <a:spcBef>
                <a:spcPts val="0"/>
              </a:spcBef>
              <a:spcAft>
                <a:spcPts val="0"/>
              </a:spcAft>
              <a:buClr>
                <a:schemeClr val="accent3"/>
              </a:buClr>
              <a:buSzPct val="100000"/>
              <a:buChar char="■"/>
            </a:pPr>
            <a:r>
              <a:rPr noProof="1" lang="ja"/>
              <a:t>Businesses close to and far from OSS</a:t>
            </a:r>
            <a:br>
              <a:rPr lang="ja"/>
            </a:br>
            <a:r>
              <a:rPr noProof="1" lang="ja"/>
              <a:t>Consider the relationship and discuss issues</a:t>
            </a:r>
            <a:endParaRPr/>
          </a:p>
          <a:p>
            <a:pPr lvl="1" indent="-310832" rtl="0" marL="914400" algn="l">
              <a:spcBef>
                <a:spcPts val="0"/>
              </a:spcBef>
              <a:spcAft>
                <a:spcPts val="0"/>
              </a:spcAft>
              <a:buSzPct val="100000"/>
              <a:buChar char="○"/>
            </a:pPr>
            <a:r>
              <a:rPr noProof="1" lang="ja"/>
              <a:t>OSS is essential to business</a:t>
            </a:r>
            <a:endParaRPr/>
          </a:p>
          <a:p>
            <a:pPr lvl="1" indent="-310832" rtl="0" marL="914400" algn="l">
              <a:spcBef>
                <a:spcPts val="0"/>
              </a:spcBef>
              <a:spcAft>
                <a:spcPts val="0"/>
              </a:spcAft>
              <a:buSzPct val="100000"/>
              <a:buChar char="○"/>
            </a:pPr>
            <a:r>
              <a:rPr noProof="1" lang="ja"/>
              <a:t>OSS itself is not profitable</a:t>
            </a:r>
            <a:endParaRPr/>
          </a:p>
          <a:p>
            <a:pPr lvl="1" indent="-310832" rtl="0" marL="914400" algn="l">
              <a:spcBef>
                <a:spcPts val="0"/>
              </a:spcBef>
              <a:spcAft>
                <a:spcPts val="0"/>
              </a:spcAft>
              <a:buSzPct val="100000"/>
              <a:buChar char="○"/>
            </a:pPr>
            <a:r>
              <a:rPr noProof="1" lang="ja"/>
              <a:t>OSS utilization is profitable</a:t>
            </a:r>
            <a:endParaRPr/>
          </a:p>
          <a:p>
            <a:pPr lvl="1" indent="-310832" rtl="0" marL="914400" algn="l">
              <a:spcBef>
                <a:spcPts val="0"/>
              </a:spcBef>
              <a:spcAft>
                <a:spcPts val="0"/>
              </a:spcAft>
              <a:buSzPct val="100000"/>
              <a:buChar char="○"/>
            </a:pPr>
            <a:r>
              <a:rPr noProof="1" lang="ja"/>
              <a:t>Visualization of these relationships to OSS</a:t>
            </a:r>
            <a:br>
              <a:rPr lang="ja"/>
            </a:br>
            <a:r>
              <a:rPr noProof="1" lang="ja"/>
              <a:t>Make it possible to explain the legitimacy of efforts</a:t>
            </a:r>
            <a:br>
              <a:rPr lang="ja"/>
            </a:br>
            <a:br>
              <a:rPr lang="ja"/>
            </a:br>
            <a:endParaRPr/>
          </a:p>
        </p:txBody>
      </p:sp>
      <p:sp>
        <p:nvSpPr>
          <p:cNvPr name="Google Shape;166;p27" id="166"/>
          <p:cNvSpPr/>
          <p:nvPr/>
        </p:nvSpPr>
        <p:spPr>
          <a:xfrm>
            <a:off x="4621327" y="1017789"/>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br>
              <a:rPr lang="ja">
                <a:latin typeface="Open Sans"/>
                <a:ea typeface="Open Sans"/>
                <a:cs typeface="Open Sans"/>
                <a:sym typeface="Open Sans"/>
              </a:rPr>
            </a:br>
            <a:r>
              <a:rPr noProof="1" lang="ja">
                <a:latin typeface="Open Sans"/>
                <a:ea typeface="Open Sans"/>
                <a:cs typeface="Open Sans"/>
                <a:sym typeface="Open Sans"/>
              </a:rPr>
              <a:t>Primary</a:t>
            </a:r>
            <a:endParaRPr>
              <a:latin typeface="Open Sans"/>
              <a:ea typeface="Open Sans"/>
              <a:cs typeface="Open Sans"/>
              <a:sym typeface="Open Sans"/>
            </a:endParaRPr>
          </a:p>
        </p:txBody>
      </p:sp>
      <p:sp>
        <p:nvSpPr>
          <p:cNvPr name="Google Shape;167;p27" id="167"/>
          <p:cNvSpPr/>
          <p:nvPr/>
        </p:nvSpPr>
        <p:spPr>
          <a:xfrm>
            <a:off x="6619850" y="3068439"/>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Third</a:t>
            </a:r>
            <a:endParaRPr>
              <a:latin typeface="Open Sans"/>
              <a:ea typeface="Open Sans"/>
              <a:cs typeface="Open Sans"/>
              <a:sym typeface="Open Sans"/>
            </a:endParaRPr>
          </a:p>
        </p:txBody>
      </p:sp>
      <p:sp>
        <p:nvSpPr>
          <p:cNvPr name="Google Shape;168;p27" id="168"/>
          <p:cNvSpPr/>
          <p:nvPr/>
        </p:nvSpPr>
        <p:spPr>
          <a:xfrm>
            <a:off x="6272019" y="978825"/>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 Second</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Business Third</a:t>
            </a:r>
            <a:endParaRPr>
              <a:latin typeface="Open Sans"/>
              <a:ea typeface="Open Sans"/>
              <a:cs typeface="Open Sans"/>
              <a:sym typeface="Open Sans"/>
            </a:endParaRPr>
          </a:p>
        </p:txBody>
      </p:sp>
      <p:sp>
        <p:nvSpPr>
          <p:cNvPr name="Google Shape;169;p27" id="169"/>
          <p:cNvSpPr/>
          <p:nvPr/>
        </p:nvSpPr>
        <p:spPr>
          <a:xfrm>
            <a:off x="7175500" y="0"/>
            <a:ext cx="1968600" cy="1968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Third</a:t>
            </a:r>
            <a:endParaRPr>
              <a:latin typeface="Open Sans"/>
              <a:ea typeface="Open Sans"/>
              <a:cs typeface="Open Sans"/>
              <a:sym typeface="Open Sans"/>
            </a:endParaRPr>
          </a:p>
        </p:txBody>
      </p:sp>
      <p:sp>
        <p:nvSpPr>
          <p:cNvPr name="Google Shape;170;p27" id="170"/>
          <p:cNvSpPr/>
          <p:nvPr/>
        </p:nvSpPr>
        <p:spPr>
          <a:xfrm>
            <a:off x="4241100" y="718375"/>
            <a:ext cx="1092900" cy="1092900"/>
          </a:xfrm>
          <a:prstGeom prst="ellipse">
            <a:avLst/>
          </a:prstGeom>
          <a:solidFill>
            <a:schemeClr val="accent6"/>
          </a:solid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OSS</a:t>
            </a:r>
            <a:endParaRPr>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74" id="174"/>
        <p:cNvGrpSpPr/>
        <p:nvPr/>
      </p:nvGrpSpPr>
      <p:grpSpPr>
        <a:xfrm>
          <a:off x="0" y="0"/>
          <a:ext cx="0" cy="0"/>
          <a:chOff x="0" y="0"/>
          <a:chExt cx="0" cy="0"/>
        </a:xfrm>
      </p:grpSpPr>
      <p:sp>
        <p:nvSpPr>
          <p:cNvPr name="Google Shape;175;p28" id="175"/>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76;p28" id="176"/>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2"/>
              </a:buClr>
              <a:buSzPts val="1800"/>
              <a:buChar char="■"/>
            </a:pPr>
            <a:r>
              <a:rPr noProof="1" lang="ja"/>
              <a:t>Motivation</a:t>
            </a:r>
            <a:endParaRPr/>
          </a:p>
          <a:p>
            <a:pPr lvl="1" indent="-317500" rtl="0" marL="914400" algn="l">
              <a:spcBef>
                <a:spcPts val="0"/>
              </a:spcBef>
              <a:spcAft>
                <a:spcPts val="0"/>
              </a:spcAft>
              <a:buSzPts val="1400"/>
              <a:buChar char="○"/>
            </a:pPr>
            <a:r>
              <a:rPr noProof="1" lang="ja"/>
              <a:t>Realization that there is a barrier from use to the next stage (Participation, Contribution, and Leadership)</a:t>
            </a:r>
            <a:endParaRPr/>
          </a:p>
          <a:p>
            <a:pPr lvl="0" indent="-342900" rtl="0" marL="457200" algn="l">
              <a:spcBef>
                <a:spcPts val="0"/>
              </a:spcBef>
              <a:spcAft>
                <a:spcPts val="0"/>
              </a:spcAft>
              <a:buClr>
                <a:schemeClr val="accent2"/>
              </a:buClr>
              <a:buSzPts val="1800"/>
              <a:buChar char="■"/>
            </a:pPr>
            <a:r>
              <a:rPr noProof="1" lang="ja"/>
              <a:t>Assumed issues</a:t>
            </a:r>
            <a:endParaRPr/>
          </a:p>
          <a:p>
            <a:pPr lvl="1" indent="-317500" rtl="0" marL="914400" algn="l">
              <a:spcBef>
                <a:spcPts val="0"/>
              </a:spcBef>
              <a:spcAft>
                <a:spcPts val="0"/>
              </a:spcAft>
              <a:buSzPts val="1400"/>
              <a:buChar char="○"/>
            </a:pPr>
            <a:r>
              <a:rPr noProof="1" lang="ja"/>
              <a:t>It is difficult to see the path and role models to move from use to contribution</a:t>
            </a:r>
            <a:endParaRPr/>
          </a:p>
          <a:p>
            <a:pPr lvl="1" indent="-317500" rtl="0" marL="914400" algn="l">
              <a:spcBef>
                <a:spcPts val="0"/>
              </a:spcBef>
              <a:spcAft>
                <a:spcPts val="0"/>
              </a:spcAft>
              <a:buSzPts val="1400"/>
              <a:buChar char="○"/>
            </a:pPr>
            <a:r>
              <a:rPr noProof="1" lang="ja"/>
              <a:t>Wouldn't it be nice to have an OSS strategy that can be used as a more specific reference?</a:t>
            </a:r>
            <a:endParaRPr/>
          </a:p>
          <a:p>
            <a:pPr lvl="1" indent="-317500" rtl="0" marL="914400" algn="l">
              <a:spcBef>
                <a:spcPts val="0"/>
              </a:spcBef>
              <a:spcAft>
                <a:spcPts val="0"/>
              </a:spcAft>
              <a:buSzPts val="1400"/>
              <a:buChar char="○"/>
            </a:pPr>
            <a:r>
              <a:rPr noProof="1" lang="ja"/>
              <a:t>Your OSPO is not my OSPO, but even if each OSPO is separate, isn't there a common point or best practice among industries and business types?</a:t>
            </a:r>
            <a:endParaRPr/>
          </a:p>
          <a:p>
            <a:pPr lvl="0" indent="-342900" rtl="0" marL="457200" algn="l">
              <a:spcBef>
                <a:spcPts val="0"/>
              </a:spcBef>
              <a:spcAft>
                <a:spcPts val="0"/>
              </a:spcAft>
              <a:buClr>
                <a:schemeClr val="accent2"/>
              </a:buClr>
              <a:buSzPts val="1800"/>
              <a:buChar char="■"/>
            </a:pPr>
            <a:r>
              <a:rPr noProof="1" lang="ja"/>
              <a:t>Provide specific examples that can be used as a reference</a:t>
            </a:r>
            <a:endParaRPr/>
          </a:p>
          <a:p>
            <a:pPr lvl="1" indent="-317500" rtl="0" marL="914400" algn="l">
              <a:spcBef>
                <a:spcPts val="0"/>
              </a:spcBef>
              <a:spcAft>
                <a:spcPts val="0"/>
              </a:spcAft>
              <a:buSzPts val="1400"/>
              <a:buChar char="○"/>
            </a:pPr>
            <a:r>
              <a:rPr noProof="1" lang="ja"/>
              <a:t>Introduce typical examples for each industry and business type</a:t>
            </a:r>
            <a:endParaRPr/>
          </a:p>
          <a:p>
            <a:pPr lvl="1" indent="-317500" rtl="0" marL="914400" algn="l">
              <a:spcBef>
                <a:spcPts val="0"/>
              </a:spcBef>
              <a:spcAft>
                <a:spcPts val="0"/>
              </a:spcAft>
              <a:buSzPts val="1400"/>
              <a:buChar char="○"/>
            </a:pPr>
            <a:r>
              <a:rPr noProof="1" lang="ja"/>
              <a:t>Mutual introduction of OSPO initiatives by each company at LT (to be considered for future Meetups)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80" id="180"/>
        <p:cNvGrpSpPr/>
        <p:nvPr/>
      </p:nvGrpSpPr>
      <p:grpSpPr>
        <a:xfrm>
          <a:off x="0" y="0"/>
          <a:ext cx="0" cy="0"/>
          <a:chOff x="0" y="0"/>
          <a:chExt cx="0" cy="0"/>
        </a:xfrm>
      </p:grpSpPr>
      <p:sp>
        <p:nvSpPr>
          <p:cNvPr name="Google Shape;181;p29" id="181"/>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82;p29" id="18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10000"/>
          </a:bodyPr>
          <a:lstStyle/>
          <a:p>
            <a:pPr lvl="0" indent="-342900" rtl="0" marL="457200" algn="l">
              <a:spcBef>
                <a:spcPts val="0"/>
              </a:spcBef>
              <a:spcAft>
                <a:spcPts val="0"/>
              </a:spcAft>
              <a:buClr>
                <a:schemeClr val="accent2"/>
              </a:buClr>
              <a:buSzPts val="1800"/>
              <a:buChar char="■"/>
            </a:pPr>
            <a:r>
              <a:rPr noProof="1" lang="ja"/>
              <a:t>Imagine the </a:t>
            </a:r>
            <a:r>
              <a:rPr noProof="1" lang="ja">
                <a:solidFill>
                  <a:schemeClr val="accent5"/>
                </a:solidFill>
              </a:rPr>
              <a:t>challenges of OSS activities</a:t>
            </a:r>
            <a:r>
              <a:rPr noProof="1" lang="ja"/>
              <a:t> for companies (personas) that do business using OSS</a:t>
            </a:r>
            <a:endParaRPr/>
          </a:p>
          <a:p>
            <a:pPr lvl="1" indent="-317500" rtl="0" marL="914400" algn="l">
              <a:spcBef>
                <a:spcPts val="0"/>
              </a:spcBef>
              <a:spcAft>
                <a:spcPts val="0"/>
              </a:spcAft>
              <a:buSzPts val="1400"/>
              <a:buChar char="○"/>
            </a:pPr>
            <a:r>
              <a:rPr noProof="1" lang="ja"/>
              <a:t>Linux distro vendors</a:t>
            </a:r>
            <a:endParaRPr/>
          </a:p>
          <a:p>
            <a:pPr lvl="1" indent="-317500" rtl="0" marL="914400" algn="l">
              <a:spcBef>
                <a:spcPts val="0"/>
              </a:spcBef>
              <a:spcAft>
                <a:spcPts val="0"/>
              </a:spcAft>
              <a:buSzPts val="1400"/>
              <a:buChar char="○"/>
            </a:pPr>
            <a:r>
              <a:rPr noProof="1" lang="ja"/>
              <a:t>Consumer electronics vendors</a:t>
            </a:r>
            <a:endParaRPr/>
          </a:p>
          <a:p>
            <a:pPr lvl="1" indent="-317500" rtl="0" marL="914400" algn="l">
              <a:spcBef>
                <a:spcPts val="0"/>
              </a:spcBef>
              <a:spcAft>
                <a:spcPts val="0"/>
              </a:spcAft>
              <a:buSzPts val="1400"/>
              <a:buChar char="○"/>
            </a:pPr>
            <a:r>
              <a:rPr noProof="1" lang="ja"/>
              <a:t>SIer</a:t>
            </a:r>
            <a:endParaRPr/>
          </a:p>
          <a:p>
            <a:pPr lvl="1" indent="-317500" rtl="0" marL="914400" algn="l">
              <a:spcBef>
                <a:spcPts val="0"/>
              </a:spcBef>
              <a:spcAft>
                <a:spcPts val="0"/>
              </a:spcAft>
              <a:buSzPts val="1400"/>
              <a:buChar char="○"/>
            </a:pPr>
            <a:r>
              <a:rPr noProof="1" lang="ja"/>
              <a:t>Telecommunications companies</a:t>
            </a:r>
            <a:endParaRPr/>
          </a:p>
          <a:p>
            <a:pPr lvl="1" indent="-317500" rtl="0" marL="914400" algn="l">
              <a:spcBef>
                <a:spcPts val="0"/>
              </a:spcBef>
              <a:spcAft>
                <a:spcPts val="0"/>
              </a:spcAft>
              <a:buSzPts val="1400"/>
              <a:buChar char="○"/>
            </a:pPr>
            <a:r>
              <a:rPr noProof="1" lang="ja"/>
              <a:t>Automotive manufacturers</a:t>
            </a:r>
            <a:endParaRPr/>
          </a:p>
          <a:p>
            <a:pPr lvl="1" indent="-317500" rtl="0" marL="914400" algn="l">
              <a:spcBef>
                <a:spcPts val="0"/>
              </a:spcBef>
              <a:spcAft>
                <a:spcPts val="0"/>
              </a:spcAft>
              <a:buSzPts val="1400"/>
              <a:buChar char="○"/>
            </a:pPr>
            <a:r>
              <a:rPr noProof="1" lang="ja"/>
              <a:t>Semiconductor vendors</a:t>
            </a:r>
            <a:endParaRPr/>
          </a:p>
          <a:p>
            <a:pPr lvl="1" indent="-317500" rtl="0" marL="914400" algn="l">
              <a:spcBef>
                <a:spcPts val="0"/>
              </a:spcBef>
              <a:spcAft>
                <a:spcPts val="0"/>
              </a:spcAft>
              <a:buSzPts val="1400"/>
              <a:buChar char="○"/>
            </a:pPr>
            <a:r>
              <a:rPr noProof="1" lang="ja"/>
              <a:t>Web services companies</a:t>
            </a:r>
            <a:endParaRPr/>
          </a:p>
          <a:p>
            <a:pPr lvl="1" indent="-317500" rtl="0" marL="914400" algn="l">
              <a:spcBef>
                <a:spcPts val="0"/>
              </a:spcBef>
              <a:spcAft>
                <a:spcPts val="0"/>
              </a:spcAft>
              <a:buSzPts val="1400"/>
              <a:buChar char="○"/>
            </a:pPr>
            <a:r>
              <a:rPr noProof="1" lang="ja"/>
              <a:t>Universities and research institutions</a:t>
            </a:r>
            <a:endParaRPr/>
          </a:p>
          <a:p>
            <a:pPr lvl="1" indent="-317500" rtl="0" marL="914400" algn="l">
              <a:spcBef>
                <a:spcPts val="0"/>
              </a:spcBef>
              <a:spcAft>
                <a:spcPts val="0"/>
              </a:spcAft>
              <a:buSzPts val="1400"/>
              <a:buChar char="○"/>
            </a:pPr>
            <a:r>
              <a:rPr noProof="1" lang="ja"/>
              <a:t>Corporate R &amp; D department</a:t>
            </a:r>
            <a:endParaRPr/>
          </a:p>
          <a:p>
            <a:pPr lvl="1" indent="-317500" rtl="0" marL="914400" algn="l">
              <a:spcBef>
                <a:spcPts val="0"/>
              </a:spcBef>
              <a:spcAft>
                <a:spcPts val="0"/>
              </a:spcAft>
              <a:buSzPts val="1400"/>
              <a:buChar char="○"/>
            </a:pPr>
            <a:r>
              <a:rPr noProof="1" lang="ja"/>
              <a:t>Local governments and public institutions</a:t>
            </a:r>
            <a:endParaRPr/>
          </a:p>
          <a:p>
            <a:pPr lvl="0" indent="-342900" rtl="0" marL="457200" algn="l">
              <a:spcBef>
                <a:spcPts val="0"/>
              </a:spcBef>
              <a:spcAft>
                <a:spcPts val="0"/>
              </a:spcAft>
              <a:buClr>
                <a:schemeClr val="accent2"/>
              </a:buClr>
              <a:buSzPts val="1800"/>
              <a:buChar char="■"/>
            </a:pPr>
            <a:r>
              <a:rPr noProof="1" lang="ja"/>
              <a:t>Required OSS contribution activities are almost the same</a:t>
            </a:r>
            <a:endParaRPr/>
          </a:p>
          <a:p>
            <a:pPr lvl="0" indent="-342900" rtl="0" marL="457200" algn="l">
              <a:spcBef>
                <a:spcPts val="0"/>
              </a:spcBef>
              <a:spcAft>
                <a:spcPts val="0"/>
              </a:spcAft>
              <a:buClr>
                <a:schemeClr val="accent2"/>
              </a:buClr>
              <a:buSzPts val="1800"/>
              <a:buChar char="■"/>
            </a:pPr>
            <a:r>
              <a:rPr noProof="1" lang="ja"/>
              <a:t>However, the degree of business impact of each activity varies.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86" id="186"/>
        <p:cNvGrpSpPr/>
        <p:nvPr/>
      </p:nvGrpSpPr>
      <p:grpSpPr>
        <a:xfrm>
          <a:off x="0" y="0"/>
          <a:ext cx="0" cy="0"/>
          <a:chOff x="0" y="0"/>
          <a:chExt cx="0" cy="0"/>
        </a:xfrm>
      </p:grpSpPr>
      <p:sp>
        <p:nvSpPr>
          <p:cNvPr name="Google Shape;187;p30" id="187"/>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 Common (under development)</a:t>
            </a:r>
            <a:endParaRPr sz="1840"/>
          </a:p>
        </p:txBody>
      </p:sp>
      <p:graphicFrame>
        <p:nvGraphicFramePr>
          <p:cNvPr name="Google Shape;188;p30" id="188"/>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282700"/>
                <a:gridCol w="1620475"/>
                <a:gridCol w="1723525"/>
                <a:gridCol w="1920250"/>
                <a:gridCol w="1779750"/>
              </a:tblGrid>
              <a:tr h="240650">
                <a:tc>
                  <a:txBody>
                    <a:bodyPr/>
                    <a:lstStyle/>
                    <a:p>
                      <a:pPr lvl="0" indent="0" rtl="0" marL="0" algn="l">
                        <a:spcBef>
                          <a:spcPts val="0"/>
                        </a:spcBef>
                        <a:spcAft>
                          <a:spcPts val="0"/>
                        </a:spcAft>
                        <a:buNone/>
                      </a:pPr>
                      <a:r>
                        <a:t> </a:t>
                      </a:r>
                      <a:endParaRPr/>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gridSpan="4">
                  <a:txBody>
                    <a:bodyPr/>
                    <a:lstStyle/>
                    <a:p>
                      <a:pPr lvl="0" indent="0" rtl="0" marL="0" algn="l">
                        <a:lnSpc>
                          <a:spcPct val="115000"/>
                        </a:lnSpc>
                        <a:spcBef>
                          <a:spcPts val="0"/>
                        </a:spcBef>
                        <a:spcAft>
                          <a:spcPts val="0"/>
                        </a:spcAft>
                        <a:buNone/>
                      </a:pPr>
                      <a:r>
                        <a:rPr sz="800" noProof="1" lang="ja"/>
                        <a:t>Common</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hMerge="1"/>
                <a:tc hMerge="1"/>
                <a:tc hMerge="1"/>
              </a:tr>
              <a:tr h="364625">
                <a:tc>
                  <a:txBody>
                    <a:bodyPr/>
                    <a:lstStyle/>
                    <a:p>
                      <a:pPr lvl="0" indent="0" rtl="0" marL="0" algn="l">
                        <a:lnSpc>
                          <a:spcPct val="115000"/>
                        </a:lnSpc>
                        <a:spcBef>
                          <a:spcPts val="0"/>
                        </a:spcBef>
                        <a:spcAft>
                          <a:spcPts val="0"/>
                        </a:spcAft>
                        <a:buNone/>
                      </a:pPr>
                      <a:r>
                        <a:rPr sz="800" noProof="1" lang="ja"/>
                        <a:t>Business Overview</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gridSpan="4">
                  <a:txBody>
                    <a:bodyPr/>
                    <a:lstStyle/>
                    <a:p>
                      <a:pPr lvl="0" indent="0" rtl="0" marL="0" algn="l">
                        <a:lnSpc>
                          <a:spcPct val="115000"/>
                        </a:lnSpc>
                        <a:spcBef>
                          <a:spcPts val="0"/>
                        </a:spcBef>
                        <a:spcAft>
                          <a:spcPts val="0"/>
                        </a:spcAft>
                        <a:buNone/>
                      </a:pPr>
                      <a:r>
                        <a:t> </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hMerge="1"/>
                <a:tc hMerge="1"/>
                <a:tc hMerge="1"/>
              </a:tr>
              <a:tr h="692800">
                <a:tc>
                  <a:txBody>
                    <a:bodyPr/>
                    <a:lstStyle/>
                    <a:p>
                      <a:pPr lvl="0" indent="0" rtl="0" marL="0" algn="l">
                        <a:lnSpc>
                          <a:spcPct val="115000"/>
                        </a:lnSpc>
                        <a:spcBef>
                          <a:spcPts val="0"/>
                        </a:spcBef>
                        <a:spcAft>
                          <a:spcPts val="0"/>
                        </a:spcAft>
                        <a:buNone/>
                      </a:pPr>
                      <a:r>
                        <a:rPr sz="800" noProof="1" lang="ja"/>
                        <a:t>Desired Effects of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gridSpan="4">
                  <a:txBody>
                    <a:bodyPr/>
                    <a:lstStyle/>
                    <a:p>
                      <a:pPr lvl="0" indent="0" rtl="0" marL="0" algn="l">
                        <a:lnSpc>
                          <a:spcPct val="115000"/>
                        </a:lnSpc>
                        <a:spcBef>
                          <a:spcPts val="0"/>
                        </a:spcBef>
                        <a:spcAft>
                          <a:spcPts val="0"/>
                        </a:spcAft>
                        <a:buNone/>
                      </a:pPr>
                      <a:r>
                        <a:t> </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hMerge="1"/>
                <a:tc hMerge="1"/>
                <a:tc hMerge="1"/>
              </a:tr>
              <a:tr h="1020975">
                <a:tc>
                  <a:txBody>
                    <a:bodyPr/>
                    <a:lstStyle/>
                    <a:p>
                      <a:pPr lvl="0" indent="0" rtl="0" marL="0" algn="l">
                        <a:lnSpc>
                          <a:spcPct val="115000"/>
                        </a:lnSpc>
                        <a:spcBef>
                          <a:spcPts val="0"/>
                        </a:spcBef>
                        <a:spcAft>
                          <a:spcPts val="0"/>
                        </a:spcAft>
                        <a:buNone/>
                      </a:pPr>
                      <a:r>
                        <a:rPr sz="800" noProof="1" lang="ja"/>
                        <a:t>Initiatives to Realize Objectives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gridSpan="4">
                  <a:txBody>
                    <a:bodyPr/>
                    <a:lstStyle/>
                    <a:p>
                      <a:pPr lvl="0" indent="0" rtl="0" marL="0" algn="l">
                        <a:lnSpc>
                          <a:spcPct val="115000"/>
                        </a:lnSpc>
                        <a:spcBef>
                          <a:spcPts val="0"/>
                        </a:spcBef>
                        <a:spcAft>
                          <a:spcPts val="0"/>
                        </a:spcAft>
                        <a:buNone/>
                      </a:pPr>
                      <a:r>
                        <a:rPr sz="800" noProof="1" lang="ja"/>
                        <a:t>- Recruitment of Human Resources</a:t>
                      </a:r>
                      <a:endParaRPr sz="800"/>
                    </a:p>
                    <a:p>
                      <a:pPr lvl="0" indent="0" rtl="0" marL="0" algn="l">
                        <a:lnSpc>
                          <a:spcPct val="115000"/>
                        </a:lnSpc>
                        <a:spcBef>
                          <a:spcPts val="0"/>
                        </a:spcBef>
                        <a:spcAft>
                          <a:spcPts val="0"/>
                        </a:spcAft>
                        <a:buNone/>
                      </a:pPr>
                      <a:r>
                        <a:rPr sz="800" noProof="1" lang="ja"/>
                        <a:t>- Dissemination of Information</a:t>
                      </a:r>
                      <a:endParaRPr sz="800"/>
                    </a:p>
                    <a:p>
                      <a:pPr lvl="0" indent="0" rtl="0" marL="0" algn="l">
                        <a:lnSpc>
                          <a:spcPct val="115000"/>
                        </a:lnSpc>
                        <a:spcBef>
                          <a:spcPts val="0"/>
                        </a:spcBef>
                        <a:spcAft>
                          <a:spcPts val="0"/>
                        </a:spcAft>
                        <a:buNone/>
                      </a:pPr>
                      <a:r>
                        <a:rPr sz="800" noProof="1" lang="ja"/>
                        <a:t>- OSS Human Resource Evaluation? </a:t>
                      </a:r>
                      <a:r>
                        <a:rPr sz="800" noProof="1" lang="ja"/>
                        <a:t>Culture Creation?</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hMerge="1"/>
                <a:tc hMerge="1"/>
                <a:tc hMerge="1"/>
              </a:tr>
              <a:tr h="1020975">
                <a:tc>
                  <a:txBody>
                    <a:bodyPr/>
                    <a:lstStyle/>
                    <a:p>
                      <a:pPr lvl="0" indent="0" rtl="0" marL="0" algn="l">
                        <a:lnSpc>
                          <a:spcPct val="115000"/>
                        </a:lnSpc>
                        <a:spcBef>
                          <a:spcPts val="0"/>
                        </a:spcBef>
                        <a:spcAft>
                          <a:spcPts val="0"/>
                        </a:spcAft>
                        <a:buNone/>
                      </a:pPr>
                      <a:r>
                        <a:rPr sz="800" noProof="1" lang="ja"/>
                        <a:t>OSS Activities to be Implemented</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gridSpan="4">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t> </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hMerge="1"/>
                <a:tc hMerge="1"/>
                <a:tc hMerge="1"/>
              </a:tr>
            </a:tbl>
          </a:graphicData>
        </a:graphic>
      </p:graphicFrame>
      <p:sp>
        <p:nvSpPr>
          <p:cNvPr name="Google Shape;189;p30" id="189"/>
          <p:cNvSpPr/>
          <p:nvPr/>
        </p:nvSpPr>
        <p:spPr>
          <a:xfrm>
            <a:off x="-521100" y="2906475"/>
            <a:ext cx="832800" cy="607800"/>
          </a:xfrm>
          <a:prstGeom prst="wedgeRoundRectCallout">
            <a:avLst>
              <a:gd name="adj1" fmla="val 77242"/>
              <a:gd name="adj2" fmla="val 29253"/>
              <a:gd name="adj3" fmla="val 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This gap may be important in the FAQ.</a:t>
            </a:r>
            <a:endParaRPr sz="640">
              <a:latin typeface="Open Sans Medium"/>
              <a:ea typeface="Open Sans Medium"/>
              <a:cs typeface="Open Sans Medium"/>
              <a:sym typeface="Open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93" id="193"/>
        <p:cNvGrpSpPr/>
        <p:nvPr/>
      </p:nvGrpSpPr>
      <p:grpSpPr>
        <a:xfrm>
          <a:off x="0" y="0"/>
          <a:ext cx="0" cy="0"/>
          <a:chOff x="0" y="0"/>
          <a:chExt cx="0" cy="0"/>
        </a:xfrm>
      </p:grpSpPr>
      <p:sp>
        <p:nvSpPr>
          <p:cNvPr name="Google Shape;194;p31" id="194"/>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 persona case study (under construction)</a:t>
            </a:r>
            <a:endParaRPr sz="1840"/>
          </a:p>
        </p:txBody>
      </p:sp>
      <p:graphicFrame>
        <p:nvGraphicFramePr>
          <p:cNvPr name="Google Shape;195;p31" id="195"/>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282700"/>
                <a:gridCol w="1620475"/>
                <a:gridCol w="1723525"/>
                <a:gridCol w="1920250"/>
                <a:gridCol w="1779750"/>
              </a:tblGrid>
              <a:tr h="240650">
                <a:tc>
                  <a:txBody>
                    <a:bodyPr/>
                    <a:lstStyle/>
                    <a:p>
                      <a:pPr lvl="0" indent="0" rtl="0" marL="0" algn="l">
                        <a:spcBef>
                          <a:spcPts val="0"/>
                        </a:spcBef>
                        <a:spcAft>
                          <a:spcPts val="0"/>
                        </a:spcAft>
                        <a:buNone/>
                      </a:pPr>
                      <a:r>
                        <a:t> </a:t>
                      </a:r>
                      <a:endParaRPr/>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Linux distro vendors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Consumer electronics vendors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SIer companies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Telecommunications carriers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r>
              <a:tr h="364625">
                <a:tc>
                  <a:txBody>
                    <a:bodyPr/>
                    <a:lstStyle/>
                    <a:p>
                      <a:pPr lvl="0" indent="0" rtl="0" marL="0" algn="l">
                        <a:lnSpc>
                          <a:spcPct val="115000"/>
                        </a:lnSpc>
                        <a:spcBef>
                          <a:spcPts val="0"/>
                        </a:spcBef>
                        <a:spcAft>
                          <a:spcPts val="0"/>
                        </a:spcAft>
                        <a:buNone/>
                      </a:pPr>
                      <a:r>
                        <a:rPr sz="800" noProof="1" lang="ja"/>
                        <a:t>Business overview</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Linux technology services sales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product sales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System contracting and solution development</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Telecommunication services provision</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692800">
                <a:tc>
                  <a:txBody>
                    <a:bodyPr/>
                    <a:lstStyle/>
                    <a:p>
                      <a:pPr lvl="0" indent="0" rtl="0" marL="0" algn="l">
                        <a:lnSpc>
                          <a:spcPct val="115000"/>
                        </a:lnSpc>
                        <a:spcBef>
                          <a:spcPts val="0"/>
                        </a:spcBef>
                        <a:spcAft>
                          <a:spcPts val="0"/>
                        </a:spcAft>
                        <a:buNone/>
                      </a:pPr>
                      <a:r>
                        <a:rPr sz="800" noProof="1" lang="ja"/>
                        <a:t>The primary goal of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Dissemination and reinforcement of the company's distro</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Efficiency of product development and enhanced support</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Efficiency improvement from development to operation and maintenance</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Ensuring quality and safety in a huge supply chain in the transition to a software-defined era based on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1020975">
                <a:tc>
                  <a:txBody>
                    <a:bodyPr/>
                    <a:lstStyle/>
                    <a:p>
                      <a:pPr lvl="0" indent="0" rtl="0" marL="0" algn="l">
                        <a:lnSpc>
                          <a:spcPct val="115000"/>
                        </a:lnSpc>
                        <a:spcBef>
                          <a:spcPts val="0"/>
                        </a:spcBef>
                        <a:spcAft>
                          <a:spcPts val="0"/>
                        </a:spcAft>
                        <a:buNone/>
                      </a:pPr>
                      <a:r>
                        <a:rPr sz="800" noProof="1" lang="ja"/>
                        <a:t>Efforts to realize the objectives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・Expanding the user base</a:t>
                      </a:r>
                      <a:endParaRPr sz="800"/>
                    </a:p>
                    <a:p>
                      <a:pPr lvl="0" indent="0" rtl="0" marL="0" algn="l">
                        <a:lnSpc>
                          <a:spcPct val="115000"/>
                        </a:lnSpc>
                        <a:spcBef>
                          <a:spcPts val="0"/>
                        </a:spcBef>
                        <a:spcAft>
                          <a:spcPts val="0"/>
                        </a:spcAft>
                        <a:buNone/>
                      </a:pPr>
                      <a:r>
                        <a:rPr sz="800" noProof="1" lang="ja"/>
                        <a:t>・Strengthening distro</a:t>
                      </a:r>
                      <a:endParaRPr sz="800"/>
                    </a:p>
                    <a:p>
                      <a:pPr lvl="0" indent="0" rtl="0" marL="0" algn="l">
                        <a:lnSpc>
                          <a:spcPct val="115000"/>
                        </a:lnSpc>
                        <a:spcBef>
                          <a:spcPts val="0"/>
                        </a:spcBef>
                        <a:spcAft>
                          <a:spcPts val="0"/>
                        </a:spcAft>
                        <a:buNone/>
                      </a:pPr>
                      <a:r>
                        <a:rPr sz="800" noProof="1" lang="ja"/>
                        <a:t>・Ensuring project sustainability</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・Support for standard interfaces</a:t>
                      </a:r>
                      <a:endParaRPr sz="800"/>
                    </a:p>
                    <a:p>
                      <a:pPr lvl="0" indent="0" rtl="0" marL="0" algn="l">
                        <a:lnSpc>
                          <a:spcPct val="115000"/>
                        </a:lnSpc>
                        <a:spcBef>
                          <a:spcPts val="0"/>
                        </a:spcBef>
                        <a:spcAft>
                          <a:spcPts val="0"/>
                        </a:spcAft>
                        <a:buNone/>
                      </a:pPr>
                      <a:r>
                        <a:rPr sz="800" noProof="1" lang="ja"/>
                        <a:t>・Improving product development efficiency (enhancing functionality/supporting short-term development)</a:t>
                      </a:r>
                      <a:endParaRPr sz="800"/>
                    </a:p>
                    <a:p>
                      <a:pPr lvl="0" indent="0" rtl="0" marL="0" algn="l">
                        <a:lnSpc>
                          <a:spcPct val="115000"/>
                        </a:lnSpc>
                        <a:spcBef>
                          <a:spcPts val="0"/>
                        </a:spcBef>
                        <a:spcAft>
                          <a:spcPts val="0"/>
                        </a:spcAft>
                        <a:buNone/>
                      </a:pPr>
                      <a:r>
                        <a:rPr sz="800" noProof="1" lang="ja"/>
                        <a:t>・Achieving long-term product support</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・Strengthening the lineup of DX solutions</a:t>
                      </a:r>
                      <a:endParaRPr sz="800"/>
                    </a:p>
                    <a:p>
                      <a:pPr lvl="0" indent="0" rtl="0" marL="0" algn="l">
                        <a:lnSpc>
                          <a:spcPct val="115000"/>
                        </a:lnSpc>
                        <a:spcBef>
                          <a:spcPts val="0"/>
                        </a:spcBef>
                        <a:spcAft>
                          <a:spcPts val="0"/>
                        </a:spcAft>
                        <a:buNone/>
                      </a:pPr>
                      <a:r>
                        <a:rPr sz="800" noProof="1" lang="ja"/>
                        <a:t>・System development experience</a:t>
                      </a:r>
                      <a:endParaRPr sz="800"/>
                    </a:p>
                    <a:p>
                      <a:pPr lvl="0" indent="0" rtl="0" marL="0" algn="l">
                        <a:lnSpc>
                          <a:spcPct val="115000"/>
                        </a:lnSpc>
                        <a:spcBef>
                          <a:spcPts val="0"/>
                        </a:spcBef>
                        <a:spcAft>
                          <a:spcPts val="0"/>
                        </a:spcAft>
                        <a:buNone/>
                      </a:pPr>
                      <a:r>
                        <a:rPr sz="800" noProof="1" lang="ja"/>
                        <a:t>・Strengthening presence</a:t>
                      </a:r>
                      <a:endParaRPr sz="800"/>
                    </a:p>
                    <a:p>
                      <a:pPr lvl="0" indent="0" rtl="0" marL="0" algn="l">
                        <a:lnSpc>
                          <a:spcPct val="115000"/>
                        </a:lnSpc>
                        <a:spcBef>
                          <a:spcPts val="0"/>
                        </a:spcBef>
                        <a:spcAft>
                          <a:spcPts val="0"/>
                        </a:spcAft>
                        <a:buNone/>
                      </a:pPr>
                      <a:r>
                        <a:rPr sz="800" noProof="1" lang="ja"/>
                        <a:t>・Utilizing OSS to lower costs and make it easier to receive orders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・Establishing industry standards (standardization)</a:t>
                      </a:r>
                      <a:endParaRPr sz="800"/>
                    </a:p>
                    <a:p>
                      <a:pPr lvl="0" indent="0" rtl="0" marL="0" algn="l">
                        <a:lnSpc>
                          <a:spcPct val="115000"/>
                        </a:lnSpc>
                        <a:spcBef>
                          <a:spcPts val="0"/>
                        </a:spcBef>
                        <a:spcAft>
                          <a:spcPts val="0"/>
                        </a:spcAft>
                        <a:buNone/>
                      </a:pPr>
                      <a:r>
                        <a:rPr sz="800" noProof="1" lang="ja"/>
                        <a:t>・Achieving vendor neutrality</a:t>
                      </a:r>
                      <a:endParaRPr sz="800"/>
                    </a:p>
                    <a:p>
                      <a:pPr lvl="0" indent="0" rtl="0" marL="0" algn="l">
                        <a:lnSpc>
                          <a:spcPct val="115000"/>
                        </a:lnSpc>
                        <a:spcBef>
                          <a:spcPts val="0"/>
                        </a:spcBef>
                        <a:spcAft>
                          <a:spcPts val="0"/>
                        </a:spcAft>
                        <a:buNone/>
                      </a:pPr>
                      <a:r>
                        <a:rPr sz="800" noProof="1" lang="ja"/>
                        <a:t>・Achieving long-term product support</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1020975">
                <a:tc>
                  <a:txBody>
                    <a:bodyPr/>
                    <a:lstStyle/>
                    <a:p>
                      <a:pPr lvl="0" indent="0" rtl="0" marL="0" algn="l">
                        <a:lnSpc>
                          <a:spcPct val="115000"/>
                        </a:lnSpc>
                        <a:spcBef>
                          <a:spcPts val="0"/>
                        </a:spcBef>
                        <a:spcAft>
                          <a:spcPts val="0"/>
                        </a:spcAft>
                        <a:buNone/>
                      </a:pPr>
                      <a:r>
                        <a:rPr sz="800" noProof="1" lang="ja"/>
                        <a:t>OSS activities to be implemented</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Patch Post</a:t>
                      </a:r>
                      <a:br>
                        <a:rPr sz="800" lang="ja"/>
                      </a:br>
                      <a:r>
                        <a:rPr sz="800" noProof="1" lang="ja"/>
                        <a:t>- Participate in regular community internal meetings (GB, AB, TSC)</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Report defects</a:t>
                      </a:r>
                      <a:endParaRPr sz="800"/>
                    </a:p>
                    <a:p>
                      <a:pPr lvl="0" indent="0" rtl="0" marL="0" algn="l">
                        <a:lnSpc>
                          <a:spcPct val="115000"/>
                        </a:lnSpc>
                        <a:spcBef>
                          <a:spcPts val="0"/>
                        </a:spcBef>
                        <a:spcAft>
                          <a:spcPts val="0"/>
                        </a:spcAft>
                        <a:buNone/>
                      </a:pPr>
                      <a:r>
                        <a:rPr sz="800" noProof="1" lang="ja"/>
                        <a:t>- Register issues</a:t>
                      </a:r>
                      <a:endParaRPr sz="800"/>
                    </a:p>
                    <a:p>
                      <a:pPr lvl="0" indent="0" rtl="0" marL="0" algn="l">
                        <a:lnSpc>
                          <a:spcPct val="115000"/>
                        </a:lnSpc>
                        <a:spcBef>
                          <a:spcPts val="0"/>
                        </a:spcBef>
                        <a:spcAft>
                          <a:spcPts val="0"/>
                        </a:spcAft>
                        <a:buNone/>
                      </a:pPr>
                      <a:r>
                        <a:rPr sz="800" noProof="1" lang="ja"/>
                        <a:t>- Present case studies</a:t>
                      </a:r>
                      <a:endParaRPr sz="800"/>
                    </a:p>
                    <a:p>
                      <a:pPr lvl="0" indent="0" rtl="0" marL="0" algn="l">
                        <a:lnSpc>
                          <a:spcPct val="115000"/>
                        </a:lnSpc>
                        <a:spcBef>
                          <a:spcPts val="0"/>
                        </a:spcBef>
                        <a:spcAft>
                          <a:spcPts val="0"/>
                        </a:spcAft>
                        <a:buNone/>
                      </a:pPr>
                      <a:r>
                        <a:rPr sz="800" noProof="1" lang="ja"/>
                        <a:t>- Survey, evaluate and select OSS community</a:t>
                      </a:r>
                      <a:endParaRPr sz="800"/>
                    </a:p>
                    <a:p>
                      <a:pPr lvl="0" indent="0" rtl="0" marL="0" algn="l">
                        <a:lnSpc>
                          <a:spcPct val="115000"/>
                        </a:lnSpc>
                        <a:spcBef>
                          <a:spcPts val="0"/>
                        </a:spcBef>
                        <a:spcAft>
                          <a:spcPts val="0"/>
                        </a:spcAft>
                        <a:buNone/>
                      </a:pPr>
                      <a:r>
                        <a:t> </a:t>
                      </a:r>
                      <a:endParaRPr sz="800"/>
                    </a:p>
                    <a:p>
                      <a:pPr lvl="0" indent="0" rtl="0" marL="0" algn="l">
                        <a:lnSpc>
                          <a:spcPct val="115000"/>
                        </a:lnSpc>
                        <a:spcBef>
                          <a:spcPts val="0"/>
                        </a:spcBef>
                        <a:spcAft>
                          <a:spcPts val="0"/>
                        </a:spcAft>
                        <a:buNone/>
                      </a:pPr>
                      <a:r>
                        <a:rPr sz="800" noProof="1" lang="ja"/>
                        <a:t>Shouldn't it be added?</a:t>
                      </a:r>
                      <a:endParaRPr sz="800"/>
                    </a:p>
                    <a:p>
                      <a:pPr lvl="0" indent="0" rtl="0" marL="0" algn="l">
                        <a:lnSpc>
                          <a:spcPct val="115000"/>
                        </a:lnSpc>
                        <a:spcBef>
                          <a:spcPts val="0"/>
                        </a:spcBef>
                        <a:spcAft>
                          <a:spcPts val="0"/>
                        </a:spcAft>
                        <a:buNone/>
                      </a:pPr>
                      <a:r>
                        <a:rPr sz="560" noProof="1" lang="ja"/>
                        <a:t>- Information dissemination is important in every industry?</a:t>
                      </a:r>
                      <a:endParaRPr sz="56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Patch Post</a:t>
                      </a:r>
                      <a:endParaRPr sz="800"/>
                    </a:p>
                    <a:p>
                      <a:pPr lvl="0" indent="0" rtl="0" marL="0" algn="l">
                        <a:lnSpc>
                          <a:spcPct val="115000"/>
                        </a:lnSpc>
                        <a:spcBef>
                          <a:spcPts val="0"/>
                        </a:spcBef>
                        <a:spcAft>
                          <a:spcPts val="0"/>
                        </a:spcAft>
                        <a:buNone/>
                      </a:pPr>
                      <a:r>
                        <a:rPr sz="800" noProof="1" lang="ja"/>
                        <a:t>- Maintainer</a:t>
                      </a:r>
                      <a:endParaRPr sz="800"/>
                    </a:p>
                    <a:p>
                      <a:pPr lvl="0" indent="0" rtl="0" marL="0" algn="l">
                        <a:lnSpc>
                          <a:spcPct val="115000"/>
                        </a:lnSpc>
                        <a:spcBef>
                          <a:spcPts val="0"/>
                        </a:spcBef>
                        <a:spcAft>
                          <a:spcPts val="0"/>
                        </a:spcAft>
                        <a:buNone/>
                      </a:pPr>
                      <a:r>
                        <a:rPr sz="800" noProof="1" lang="ja"/>
                        <a:t>- Report Defects</a:t>
                      </a:r>
                      <a:endParaRPr sz="800"/>
                    </a:p>
                    <a:p>
                      <a:pPr lvl="0" indent="0" rtl="0" marL="0" algn="l">
                        <a:lnSpc>
                          <a:spcPct val="115000"/>
                        </a:lnSpc>
                        <a:spcBef>
                          <a:spcPts val="0"/>
                        </a:spcBef>
                        <a:spcAft>
                          <a:spcPts val="0"/>
                        </a:spcAft>
                        <a:buNone/>
                      </a:pPr>
                      <a:r>
                        <a:rPr sz="800" noProof="1" lang="ja"/>
                        <a:t>- Issue Register</a:t>
                      </a:r>
                      <a:endParaRPr sz="800"/>
                    </a:p>
                    <a:p>
                      <a:pPr lvl="0" indent="0" rtl="0" marL="0" algn="l">
                        <a:lnSpc>
                          <a:spcPct val="115000"/>
                        </a:lnSpc>
                        <a:spcBef>
                          <a:spcPts val="0"/>
                        </a:spcBef>
                        <a:spcAft>
                          <a:spcPts val="0"/>
                        </a:spcAft>
                        <a:buNone/>
                      </a:pPr>
                      <a:r>
                        <a:t> </a:t>
                      </a:r>
                      <a:endParaRPr sz="800"/>
                    </a:p>
                    <a:p>
                      <a:pPr lvl="0" indent="0" rtl="0" marL="0" algn="l">
                        <a:lnSpc>
                          <a:spcPct val="115000"/>
                        </a:lnSpc>
                        <a:spcBef>
                          <a:spcPts val="0"/>
                        </a:spcBef>
                        <a:spcAft>
                          <a:spcPts val="0"/>
                        </a:spcAft>
                        <a:buNone/>
                      </a:pPr>
                      <a:r>
                        <a:rPr sz="800" noProof="1" lang="ja"/>
                        <a:t>Should it be added?</a:t>
                      </a:r>
                      <a:endParaRPr sz="800"/>
                    </a:p>
                    <a:p>
                      <a:pPr lvl="0" indent="0" rtl="0" marL="0" algn="l">
                        <a:lnSpc>
                          <a:spcPct val="115000"/>
                        </a:lnSpc>
                        <a:spcBef>
                          <a:spcPts val="0"/>
                        </a:spcBef>
                        <a:spcAft>
                          <a:spcPts val="0"/>
                        </a:spcAft>
                        <a:buNone/>
                      </a:pPr>
                      <a:r>
                        <a:rPr sz="560" noProof="1" lang="ja"/>
                        <a:t>- Sponsor implementation (It is difficult to explain unless it is linked to business strategy. It is necessary to explain that it is necessary to acquire positions and to strengthen the presence. It is difficult to explain if raw OSS is not directly useful for business.) (It is also necessary to disseminate information on initiatives of value at the business level)</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Report defects</a:t>
                      </a:r>
                      <a:endParaRPr sz="800"/>
                    </a:p>
                    <a:p>
                      <a:pPr lvl="0" indent="0" rtl="0" marL="0" algn="l">
                        <a:lnSpc>
                          <a:spcPct val="115000"/>
                        </a:lnSpc>
                        <a:spcBef>
                          <a:spcPts val="0"/>
                        </a:spcBef>
                        <a:spcAft>
                          <a:spcPts val="0"/>
                        </a:spcAft>
                        <a:buNone/>
                      </a:pPr>
                      <a:r>
                        <a:rPr sz="800" noProof="1" lang="ja"/>
                        <a:t>- Issue registration</a:t>
                      </a:r>
                      <a:endParaRPr sz="800"/>
                    </a:p>
                    <a:p>
                      <a:pPr lvl="0" indent="0" rtl="0" marL="0" algn="l">
                        <a:lnSpc>
                          <a:spcPct val="115000"/>
                        </a:lnSpc>
                        <a:spcBef>
                          <a:spcPts val="0"/>
                        </a:spcBef>
                        <a:spcAft>
                          <a:spcPts val="0"/>
                        </a:spcAft>
                        <a:buNone/>
                      </a:pPr>
                      <a:r>
                        <a:rPr sz="800" noProof="1" lang="ja"/>
                        <a:t>- Presentation of case studies</a:t>
                      </a:r>
                      <a:endParaRPr sz="800"/>
                    </a:p>
                    <a:p>
                      <a:pPr lvl="0" indent="0" rtl="0" marL="0" algn="l">
                        <a:lnSpc>
                          <a:spcPct val="115000"/>
                        </a:lnSpc>
                        <a:spcBef>
                          <a:spcPts val="0"/>
                        </a:spcBef>
                        <a:spcAft>
                          <a:spcPts val="0"/>
                        </a:spcAft>
                        <a:buNone/>
                      </a:pPr>
                      <a:r>
                        <a:rPr sz="800" noProof="1" lang="ja"/>
                        <a:t>- Gathering colleagues in the community (finding business partners)</a:t>
                      </a:r>
                      <a:endParaRPr sz="800"/>
                    </a:p>
                    <a:p>
                      <a:pPr lvl="0" indent="0" rtl="0" marL="0" algn="l">
                        <a:lnSpc>
                          <a:spcPct val="115000"/>
                        </a:lnSpc>
                        <a:spcBef>
                          <a:spcPts val="0"/>
                        </a:spcBef>
                        <a:spcAft>
                          <a:spcPts val="0"/>
                        </a:spcAft>
                        <a:buNone/>
                      </a:pPr>
                      <a:r>
                        <a:t> </a:t>
                      </a:r>
                      <a:endParaRPr sz="800"/>
                    </a:p>
                    <a:p>
                      <a:pPr lvl="0" indent="0" rtl="0" marL="0" algn="l">
                        <a:lnSpc>
                          <a:spcPct val="115000"/>
                        </a:lnSpc>
                        <a:spcBef>
                          <a:spcPts val="0"/>
                        </a:spcBef>
                        <a:spcAft>
                          <a:spcPts val="0"/>
                        </a:spcAft>
                        <a:buNone/>
                      </a:pPr>
                      <a:r>
                        <a:rPr sz="560" noProof="1" lang="ja"/>
                        <a:t>- To realize standardization</a:t>
                      </a:r>
                      <a:endParaRPr sz="560"/>
                    </a:p>
                    <a:p>
                      <a:pPr lvl="0" indent="0" rtl="0" marL="0" algn="l">
                        <a:lnSpc>
                          <a:spcPct val="115000"/>
                        </a:lnSpc>
                        <a:spcBef>
                          <a:spcPts val="0"/>
                        </a:spcBef>
                        <a:spcAft>
                          <a:spcPts val="0"/>
                        </a:spcAft>
                        <a:buNone/>
                      </a:pPr>
                      <a:r>
                        <a:rPr sz="560" lang="ja"/>
                        <a:t>  </a:t>
                      </a:r>
                      <a:r>
                        <a:rPr sz="560" noProof="1" lang="ja"/>
                        <a:t>- JDF is the link between standardization realization and OSS</a:t>
                      </a:r>
                      <a:endParaRPr sz="560"/>
                    </a:p>
                    <a:p>
                      <a:pPr lvl="0" indent="0" rtl="0" marL="0" algn="l">
                        <a:lnSpc>
                          <a:spcPct val="115000"/>
                        </a:lnSpc>
                        <a:spcBef>
                          <a:spcPts val="0"/>
                        </a:spcBef>
                        <a:spcAft>
                          <a:spcPts val="0"/>
                        </a:spcAft>
                        <a:buNone/>
                      </a:pPr>
                      <a:r>
                        <a:rPr sz="560" lang="ja"/>
                        <a:t>  </a:t>
                      </a:r>
                      <a:r>
                        <a:rPr sz="560" noProof="1" lang="ja"/>
                        <a:t>- JDF is certified as a PAS (Publicly Available Specification) submitter by ISO/IEC JTC 1, an international standardization organization. </a:t>
                      </a:r>
                      <a:r>
                        <a:rPr sz="560" noProof="1" lang="ja"/>
                        <a:t>JDF is an organization (not related to communications) that supports the flow from de facto to standardization that emerged in OSS.</a:t>
                      </a:r>
                      <a:endParaRPr sz="560"/>
                    </a:p>
                    <a:p>
                      <a:pPr lvl="0" indent="0" rtl="0" marL="0" algn="l">
                        <a:lnSpc>
                          <a:spcPct val="115000"/>
                        </a:lnSpc>
                        <a:spcBef>
                          <a:spcPts val="0"/>
                        </a:spcBef>
                        <a:spcAft>
                          <a:spcPts val="0"/>
                        </a:spcAft>
                        <a:buNone/>
                      </a:pPr>
                      <a:r>
                        <a:rPr sz="560" noProof="1" lang="ja"/>
                        <a:t>- To improve the quality of the system actually in operation and to deal with problems</a:t>
                      </a:r>
                      <a:endParaRPr sz="560"/>
                    </a:p>
                    <a:p>
                      <a:pPr lvl="0" indent="0" rtl="0" marL="0" algn="l">
                        <a:lnSpc>
                          <a:spcPct val="115000"/>
                        </a:lnSpc>
                        <a:spcBef>
                          <a:spcPts val="0"/>
                        </a:spcBef>
                        <a:spcAft>
                          <a:spcPts val="0"/>
                        </a:spcAft>
                        <a:buNone/>
                      </a:pPr>
                      <a:r>
                        <a:t> </a:t>
                      </a:r>
                      <a:endParaRPr sz="56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bl>
          </a:graphicData>
        </a:graphic>
      </p:graphicFrame>
      <p:sp>
        <p:nvSpPr>
          <p:cNvPr name="Google Shape;196;p31" id="196"/>
          <p:cNvSpPr/>
          <p:nvPr/>
        </p:nvSpPr>
        <p:spPr>
          <a:xfrm>
            <a:off x="-351075" y="3004450"/>
            <a:ext cx="832800" cy="607800"/>
          </a:xfrm>
          <a:prstGeom prst="wedgeRoundRectCallout">
            <a:avLst>
              <a:gd name="adj1" fmla="val 77242"/>
              <a:gd name="adj2" fmla="val 29253"/>
              <a:gd name="adj3" fmla="val 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This gap explanation may be important in the FAQ.</a:t>
            </a:r>
            <a:endParaRPr sz="640">
              <a:latin typeface="Open Sans Medium"/>
              <a:ea typeface="Open Sans Medium"/>
              <a:cs typeface="Open Sans Medium"/>
              <a:sym typeface="Open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00" id="200"/>
        <p:cNvGrpSpPr/>
        <p:nvPr/>
      </p:nvGrpSpPr>
      <p:grpSpPr>
        <a:xfrm>
          <a:off x="0" y="0"/>
          <a:ext cx="0" cy="0"/>
          <a:chOff x="0" y="0"/>
          <a:chExt cx="0" cy="0"/>
        </a:xfrm>
      </p:grpSpPr>
      <p:sp>
        <p:nvSpPr>
          <p:cNvPr name="Google Shape;201;p32" id="201"/>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 Persona Case Study (under construction)</a:t>
            </a:r>
            <a:endParaRPr sz="1840"/>
          </a:p>
        </p:txBody>
      </p:sp>
      <p:graphicFrame>
        <p:nvGraphicFramePr>
          <p:cNvPr name="Google Shape;202;p32" id="202"/>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059975"/>
                <a:gridCol w="2270300"/>
                <a:gridCol w="2242225"/>
                <a:gridCol w="2345250"/>
              </a:tblGrid>
              <a:tr h="257275">
                <a:tc>
                  <a:txBody>
                    <a:bodyPr/>
                    <a:lstStyle/>
                    <a:p>
                      <a:pPr lvl="0" indent="0" rtl="0" marL="0" algn="l">
                        <a:spcBef>
                          <a:spcPts val="0"/>
                        </a:spcBef>
                        <a:spcAft>
                          <a:spcPts val="0"/>
                        </a:spcAft>
                        <a:buNone/>
                      </a:pPr>
                      <a:r>
                        <a:t> </a:t>
                      </a:r>
                      <a:endParaRPr/>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Automotive Manufacturers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Semiconductor Vendors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Web Services Company</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r>
              <a:tr h="419050">
                <a:tc>
                  <a:txBody>
                    <a:bodyPr/>
                    <a:lstStyle/>
                    <a:p>
                      <a:pPr lvl="0" indent="0" rtl="0" marL="0" algn="l">
                        <a:lnSpc>
                          <a:spcPct val="115000"/>
                        </a:lnSpc>
                        <a:spcBef>
                          <a:spcPts val="0"/>
                        </a:spcBef>
                        <a:spcAft>
                          <a:spcPts val="0"/>
                        </a:spcAft>
                        <a:buNone/>
                      </a:pPr>
                      <a:r>
                        <a:rPr sz="800" noProof="1" lang="ja"/>
                        <a:t>Business Overview</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Automotive Manufacturing and Sales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・Expanding sales of LSI, SoC, and other manufacturing chips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Developing and providing Web services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584575">
                <a:tc>
                  <a:txBody>
                    <a:bodyPr/>
                    <a:lstStyle/>
                    <a:p>
                      <a:pPr lvl="0" indent="0" rtl="0" marL="0" algn="l">
                        <a:lnSpc>
                          <a:spcPct val="115000"/>
                        </a:lnSpc>
                        <a:spcBef>
                          <a:spcPts val="0"/>
                        </a:spcBef>
                        <a:spcAft>
                          <a:spcPts val="0"/>
                        </a:spcAft>
                        <a:buNone/>
                      </a:pPr>
                      <a:r>
                        <a:rPr sz="800" noProof="1" lang="ja"/>
                        <a:t>The primary goal of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Ensuring quality and safety across a huge supply chain in the transition to a software-defined era based on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Making in-house LSIs available on OSS platforms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Achieving efficient function provision and operation of service platforms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638575">
                <a:tc>
                  <a:txBody>
                    <a:bodyPr/>
                    <a:lstStyle/>
                    <a:p>
                      <a:pPr lvl="0" indent="0" rtl="0" marL="0" algn="l">
                        <a:lnSpc>
                          <a:spcPct val="115000"/>
                        </a:lnSpc>
                        <a:spcBef>
                          <a:spcPts val="0"/>
                        </a:spcBef>
                        <a:spcAft>
                          <a:spcPts val="0"/>
                        </a:spcAft>
                        <a:buNone/>
                      </a:pPr>
                      <a:r>
                        <a:rPr sz="800" noProof="1" lang="ja"/>
                        <a:t>Efforts to realize the objectives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・Establishing industry standards (standardization)</a:t>
                      </a:r>
                      <a:endParaRPr sz="800"/>
                    </a:p>
                    <a:p>
                      <a:pPr lvl="0" indent="0" rtl="0" marL="0" algn="l">
                        <a:lnSpc>
                          <a:spcPct val="115000"/>
                        </a:lnSpc>
                        <a:spcBef>
                          <a:spcPts val="0"/>
                        </a:spcBef>
                        <a:spcAft>
                          <a:spcPts val="0"/>
                        </a:spcAft>
                        <a:buNone/>
                      </a:pPr>
                      <a:r>
                        <a:rPr sz="800" noProof="1" lang="ja"/>
                        <a:t>・Achieving vendor neutrality</a:t>
                      </a:r>
                      <a:endParaRPr sz="800"/>
                    </a:p>
                    <a:p>
                      <a:pPr lvl="0" indent="0" rtl="0" marL="0" algn="l">
                        <a:lnSpc>
                          <a:spcPct val="115000"/>
                        </a:lnSpc>
                        <a:spcBef>
                          <a:spcPts val="0"/>
                        </a:spcBef>
                        <a:spcAft>
                          <a:spcPts val="0"/>
                        </a:spcAft>
                        <a:buNone/>
                      </a:pPr>
                      <a:r>
                        <a:rPr sz="800" noProof="1" lang="ja"/>
                        <a:t>・Achieving long-term product support</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・Upstream in-house LSI drivers</a:t>
                      </a:r>
                      <a:endParaRPr sz="800"/>
                    </a:p>
                    <a:p>
                      <a:pPr lvl="0" indent="0" rtl="0" marL="0" algn="l">
                        <a:lnSpc>
                          <a:spcPct val="115000"/>
                        </a:lnSpc>
                        <a:spcBef>
                          <a:spcPts val="0"/>
                        </a:spcBef>
                        <a:spcAft>
                          <a:spcPts val="0"/>
                        </a:spcAft>
                        <a:buNone/>
                      </a:pPr>
                      <a:r>
                        <a:rPr sz="800" noProof="1" lang="ja"/>
                        <a:t>・Promoting a solution development community that leverages LSI capabilities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・Optimizing cloud maintenance costs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1415000">
                <a:tc>
                  <a:txBody>
                    <a:bodyPr/>
                    <a:lstStyle/>
                    <a:p>
                      <a:pPr lvl="0" indent="0" rtl="0" marL="0" algn="l">
                        <a:lnSpc>
                          <a:spcPct val="115000"/>
                        </a:lnSpc>
                        <a:spcBef>
                          <a:spcPts val="0"/>
                        </a:spcBef>
                        <a:spcAft>
                          <a:spcPts val="0"/>
                        </a:spcAft>
                        <a:buNone/>
                      </a:pPr>
                      <a:r>
                        <a:rPr sz="800" noProof="1" lang="ja"/>
                        <a:t>OSS activities to be performed</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Report defects</a:t>
                      </a:r>
                      <a:endParaRPr sz="800"/>
                    </a:p>
                    <a:p>
                      <a:pPr lvl="0" indent="0" rtl="0" marL="0" algn="l">
                        <a:lnSpc>
                          <a:spcPct val="115000"/>
                        </a:lnSpc>
                        <a:spcBef>
                          <a:spcPts val="0"/>
                        </a:spcBef>
                        <a:spcAft>
                          <a:spcPts val="0"/>
                        </a:spcAft>
                        <a:buNone/>
                      </a:pPr>
                      <a:r>
                        <a:rPr sz="800" noProof="1" lang="ja"/>
                        <a:t>- Register issues</a:t>
                      </a:r>
                      <a:endParaRPr sz="800"/>
                    </a:p>
                    <a:p>
                      <a:pPr lvl="0" indent="0" rtl="0" marL="0" algn="l">
                        <a:lnSpc>
                          <a:spcPct val="115000"/>
                        </a:lnSpc>
                        <a:spcBef>
                          <a:spcPts val="0"/>
                        </a:spcBef>
                        <a:spcAft>
                          <a:spcPts val="0"/>
                        </a:spcAft>
                        <a:buNone/>
                      </a:pPr>
                      <a:r>
                        <a:rPr sz="800" noProof="1" lang="ja"/>
                        <a:t>- Present use cases</a:t>
                      </a:r>
                      <a:endParaRPr sz="800"/>
                    </a:p>
                    <a:p>
                      <a:pPr lvl="0" indent="0" rtl="0" marL="0" algn="l">
                        <a:lnSpc>
                          <a:spcPct val="115000"/>
                        </a:lnSpc>
                        <a:spcBef>
                          <a:spcPts val="0"/>
                        </a:spcBef>
                        <a:spcAft>
                          <a:spcPts val="0"/>
                        </a:spcAft>
                        <a:buNone/>
                      </a:pPr>
                      <a:r>
                        <a:rPr sz="800" noProof="1" lang="ja"/>
                        <a:t>- Community fellowship (find business partners)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Patch submission</a:t>
                      </a:r>
                      <a:endParaRPr sz="800"/>
                    </a:p>
                    <a:p>
                      <a:pPr lvl="0" indent="0" rtl="0" marL="0" algn="l">
                        <a:lnSpc>
                          <a:spcPct val="115000"/>
                        </a:lnSpc>
                        <a:spcBef>
                          <a:spcPts val="0"/>
                        </a:spcBef>
                        <a:spcAft>
                          <a:spcPts val="0"/>
                        </a:spcAft>
                        <a:buNone/>
                      </a:pPr>
                      <a:r>
                        <a:rPr sz="800" noProof="1" lang="ja"/>
                        <a:t>- Maintainer (patch review, etc.)</a:t>
                      </a:r>
                      <a:endParaRPr sz="800"/>
                    </a:p>
                    <a:p>
                      <a:pPr lvl="0" indent="0" rtl="0" marL="0" algn="l">
                        <a:lnSpc>
                          <a:spcPct val="115000"/>
                        </a:lnSpc>
                        <a:spcBef>
                          <a:spcPts val="0"/>
                        </a:spcBef>
                        <a:spcAft>
                          <a:spcPts val="0"/>
                        </a:spcAft>
                        <a:buNone/>
                      </a:pPr>
                      <a:r>
                        <a:rPr sz="800" noProof="1" lang="ja"/>
                        <a:t>- Report defects</a:t>
                      </a:r>
                      <a:endParaRPr sz="800"/>
                    </a:p>
                    <a:p>
                      <a:pPr lvl="0" indent="0" rtl="0" marL="0" algn="l">
                        <a:lnSpc>
                          <a:spcPct val="115000"/>
                        </a:lnSpc>
                        <a:spcBef>
                          <a:spcPts val="0"/>
                        </a:spcBef>
                        <a:spcAft>
                          <a:spcPts val="0"/>
                        </a:spcAft>
                        <a:buNone/>
                      </a:pPr>
                      <a:r>
                        <a:rPr sz="800" noProof="1" lang="ja"/>
                        <a:t>- Issue registration</a:t>
                      </a:r>
                      <a:endParaRPr sz="800"/>
                    </a:p>
                    <a:p>
                      <a:pPr lvl="0" indent="0" rtl="0" marL="0" algn="l">
                        <a:lnSpc>
                          <a:spcPct val="115000"/>
                        </a:lnSpc>
                        <a:spcBef>
                          <a:spcPts val="0"/>
                        </a:spcBef>
                        <a:spcAft>
                          <a:spcPts val="0"/>
                        </a:spcAft>
                        <a:buNone/>
                      </a:pPr>
                      <a:r>
                        <a:rPr sz="800" noProof="1" lang="ja"/>
                        <a:t>- Present use cases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Medium priority</a:t>
                      </a:r>
                      <a:endParaRPr sz="800"/>
                    </a:p>
                    <a:p>
                      <a:pPr lvl="0" indent="0" rtl="0" marL="0" algn="l">
                        <a:lnSpc>
                          <a:spcPct val="115000"/>
                        </a:lnSpc>
                        <a:spcBef>
                          <a:spcPts val="0"/>
                        </a:spcBef>
                        <a:spcAft>
                          <a:spcPts val="0"/>
                        </a:spcAft>
                        <a:buNone/>
                      </a:pPr>
                      <a:r>
                        <a:rPr sz="800" noProof="1" lang="ja"/>
                        <a:t>- Post patches</a:t>
                      </a:r>
                      <a:endParaRPr sz="800"/>
                    </a:p>
                    <a:p>
                      <a:pPr lvl="0" indent="0" rtl="0" marL="0" algn="l">
                        <a:lnSpc>
                          <a:spcPct val="115000"/>
                        </a:lnSpc>
                        <a:spcBef>
                          <a:spcPts val="0"/>
                        </a:spcBef>
                        <a:spcAft>
                          <a:spcPts val="0"/>
                        </a:spcAft>
                        <a:buNone/>
                      </a:pPr>
                      <a:r>
                        <a:rPr sz="800" noProof="1" lang="ja"/>
                        <a:t>- Report defects</a:t>
                      </a:r>
                      <a:endParaRPr sz="800"/>
                    </a:p>
                    <a:p>
                      <a:pPr lvl="0" indent="0" rtl="0" marL="0" algn="l">
                        <a:lnSpc>
                          <a:spcPct val="115000"/>
                        </a:lnSpc>
                        <a:spcBef>
                          <a:spcPts val="0"/>
                        </a:spcBef>
                        <a:spcAft>
                          <a:spcPts val="0"/>
                        </a:spcAft>
                        <a:buNone/>
                      </a:pPr>
                      <a:r>
                        <a:rPr sz="800" noProof="1" lang="ja"/>
                        <a:t>- Attend regular community internal meetings (GB, AB, TSC)</a:t>
                      </a:r>
                      <a:endParaRPr sz="800"/>
                    </a:p>
                    <a:p>
                      <a:pPr lvl="0" indent="0" rtl="0" marL="0" algn="l">
                        <a:lnSpc>
                          <a:spcPct val="115000"/>
                        </a:lnSpc>
                        <a:spcBef>
                          <a:spcPts val="0"/>
                        </a:spcBef>
                        <a:spcAft>
                          <a:spcPts val="0"/>
                        </a:spcAft>
                        <a:buNone/>
                      </a:pPr>
                      <a:r>
                        <a:rPr sz="800" noProof="1" lang="ja"/>
                        <a:t>- Sponsor implementation</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06" id="206"/>
        <p:cNvGrpSpPr/>
        <p:nvPr/>
      </p:nvGrpSpPr>
      <p:grpSpPr>
        <a:xfrm>
          <a:off x="0" y="0"/>
          <a:ext cx="0" cy="0"/>
          <a:chOff x="0" y="0"/>
          <a:chExt cx="0" cy="0"/>
        </a:xfrm>
      </p:grpSpPr>
      <p:sp>
        <p:nvSpPr>
          <p:cNvPr name="Google Shape;207;p33" id="207"/>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 Personas (under construction)</a:t>
            </a:r>
            <a:endParaRPr sz="1840"/>
          </a:p>
        </p:txBody>
      </p:sp>
      <p:graphicFrame>
        <p:nvGraphicFramePr>
          <p:cNvPr name="Google Shape;208;p33" id="208"/>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553575"/>
                <a:gridCol w="2132875"/>
                <a:gridCol w="2132875"/>
                <a:gridCol w="2132875"/>
              </a:tblGrid>
              <a:tr h="234150">
                <a:tc>
                  <a:txBody>
                    <a:bodyPr/>
                    <a:lstStyle/>
                    <a:p>
                      <a:pPr lvl="0" indent="0" rtl="0" marL="0" algn="l">
                        <a:spcBef>
                          <a:spcPts val="0"/>
                        </a:spcBef>
                        <a:spcAft>
                          <a:spcPts val="0"/>
                        </a:spcAft>
                        <a:buNone/>
                      </a:pPr>
                      <a:r>
                        <a:t> </a:t>
                      </a:r>
                      <a:endParaRPr/>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Universities and research institutes</a:t>
                      </a:r>
                      <a:endParaRPr sz="800"/>
                    </a:p>
                  </a:txBody>
                  <a:tcPr marT="19050" marB="19050" marR="28575" anchor="b"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Corporate R &amp; D departments</a:t>
                      </a:r>
                      <a:endParaRPr sz="800"/>
                    </a:p>
                  </a:txBody>
                  <a:tcPr marT="19050" marB="19050" marR="28575" anchor="b"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Local governments and public periods</a:t>
                      </a:r>
                      <a:endParaRPr sz="800"/>
                    </a:p>
                  </a:txBody>
                  <a:tcPr marT="19050" marB="19050" marR="28575" anchor="b"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r>
              <a:tr h="268650">
                <a:tc>
                  <a:txBody>
                    <a:bodyPr/>
                    <a:lstStyle/>
                    <a:p>
                      <a:pPr lvl="0" indent="0" rtl="0" marL="0" algn="l">
                        <a:lnSpc>
                          <a:spcPct val="115000"/>
                        </a:lnSpc>
                        <a:spcBef>
                          <a:spcPts val="0"/>
                        </a:spcBef>
                        <a:spcAft>
                          <a:spcPts val="0"/>
                        </a:spcAft>
                        <a:buNone/>
                      </a:pPr>
                      <a:r>
                        <a:rPr sz="800" noProof="1" lang="ja"/>
                        <a:t>Business outline</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Disclosure of research results and recognition</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Disclosure of research results and application to business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Provision of citizen services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833775">
                <a:tc>
                  <a:txBody>
                    <a:bodyPr/>
                    <a:lstStyle/>
                    <a:p>
                      <a:pPr lvl="0" indent="0" rtl="0" marL="0" algn="l">
                        <a:lnSpc>
                          <a:spcPct val="115000"/>
                        </a:lnSpc>
                        <a:spcBef>
                          <a:spcPts val="0"/>
                        </a:spcBef>
                        <a:spcAft>
                          <a:spcPts val="0"/>
                        </a:spcAft>
                        <a:buNone/>
                      </a:pPr>
                      <a:r>
                        <a:rPr sz="800" noProof="1" lang="ja"/>
                        <a:t>The primary aim for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Development and education of cutting-edge technologies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Development and commercialization of cutting-edge technologies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Efficient and widespread provision of citizen services</a:t>
                      </a:r>
                      <a:endParaRPr sz="800"/>
                    </a:p>
                    <a:p>
                      <a:pPr lvl="0" indent="0" rtl="0" marL="0" algn="l">
                        <a:lnSpc>
                          <a:spcPct val="115000"/>
                        </a:lnSpc>
                        <a:spcBef>
                          <a:spcPts val="0"/>
                        </a:spcBef>
                        <a:spcAft>
                          <a:spcPts val="0"/>
                        </a:spcAft>
                        <a:buNone/>
                      </a:pPr>
                      <a:r>
                        <a:rPr sz="800" noProof="1" lang="ja"/>
                        <a:t>→</a:t>
                      </a:r>
                      <a:endParaRPr sz="800"/>
                    </a:p>
                    <a:p>
                      <a:pPr lvl="0" indent="0" rtl="0" marL="0" algn="l">
                        <a:lnSpc>
                          <a:spcPct val="115000"/>
                        </a:lnSpc>
                        <a:spcBef>
                          <a:spcPts val="0"/>
                        </a:spcBef>
                        <a:spcAft>
                          <a:spcPts val="0"/>
                        </a:spcAft>
                        <a:buNone/>
                      </a:pPr>
                      <a:r>
                        <a:rPr sz="800" noProof="1" lang="ja"/>
                        <a:t>Realization of standardization (horizontal expansion)</a:t>
                      </a:r>
                      <a:endParaRPr sz="800"/>
                    </a:p>
                    <a:p>
                      <a:pPr lvl="0" indent="0" rtl="0" marL="0" algn="l">
                        <a:lnSpc>
                          <a:spcPct val="115000"/>
                        </a:lnSpc>
                        <a:spcBef>
                          <a:spcPts val="0"/>
                        </a:spcBef>
                        <a:spcAft>
                          <a:spcPts val="0"/>
                        </a:spcAft>
                        <a:buNone/>
                      </a:pPr>
                      <a:r>
                        <a:rPr sz="800" noProof="1" lang="ja"/>
                        <a:t>→</a:t>
                      </a:r>
                      <a:endParaRPr sz="800"/>
                    </a:p>
                    <a:p>
                      <a:pPr lvl="0" indent="0" rtl="0" marL="0" algn="l">
                        <a:lnSpc>
                          <a:spcPct val="115000"/>
                        </a:lnSpc>
                        <a:spcBef>
                          <a:spcPts val="0"/>
                        </a:spcBef>
                        <a:spcAft>
                          <a:spcPts val="0"/>
                        </a:spcAft>
                        <a:buNone/>
                      </a:pPr>
                      <a:r>
                        <a:rPr sz="800" noProof="1" lang="ja"/>
                        <a:t>Application of administrative software to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980875">
                <a:tc>
                  <a:txBody>
                    <a:bodyPr/>
                    <a:lstStyle/>
                    <a:p>
                      <a:pPr lvl="0" indent="0" rtl="0" marL="0" algn="l">
                        <a:lnSpc>
                          <a:spcPct val="115000"/>
                        </a:lnSpc>
                        <a:spcBef>
                          <a:spcPts val="0"/>
                        </a:spcBef>
                        <a:spcAft>
                          <a:spcPts val="0"/>
                        </a:spcAft>
                        <a:buNone/>
                      </a:pPr>
                      <a:r>
                        <a:rPr sz="800" noProof="1" lang="ja"/>
                        <a:t>Efforts to realize the objectives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・Academic paper presentation (OSS event presentation after paper presentation)</a:t>
                      </a:r>
                      <a:endParaRPr sz="800"/>
                    </a:p>
                    <a:p>
                      <a:pPr lvl="0" indent="0" rtl="0" marL="0" algn="l">
                        <a:lnSpc>
                          <a:spcPct val="115000"/>
                        </a:lnSpc>
                        <a:spcBef>
                          <a:spcPts val="0"/>
                        </a:spcBef>
                        <a:spcAft>
                          <a:spcPts val="0"/>
                        </a:spcAft>
                        <a:buNone/>
                      </a:pPr>
                      <a:r>
                        <a:rPr sz="800" noProof="1" lang="ja"/>
                        <a:t>・Education through contributions to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FFFFFF"/>
                    </a:solidFill>
                  </a:tcPr>
                </a:tc>
                <a:tc>
                  <a:txBody>
                    <a:bodyPr/>
                    <a:lstStyle/>
                    <a:p>
                      <a:pPr lvl="0" indent="0" rtl="0" marL="0" algn="l">
                        <a:lnSpc>
                          <a:spcPct val="115000"/>
                        </a:lnSpc>
                        <a:spcBef>
                          <a:spcPts val="0"/>
                        </a:spcBef>
                        <a:spcAft>
                          <a:spcPts val="0"/>
                        </a:spcAft>
                        <a:buNone/>
                      </a:pPr>
                      <a:r>
                        <a:rPr sz="800" noProof="1" lang="ja"/>
                        <a:t>・Academic paper presentation (OSS event presentation after paper presentation)</a:t>
                      </a:r>
                      <a:endParaRPr sz="800"/>
                    </a:p>
                    <a:p>
                      <a:pPr lvl="0" indent="0" rtl="0" marL="0" algn="l">
                        <a:lnSpc>
                          <a:spcPct val="115000"/>
                        </a:lnSpc>
                        <a:spcBef>
                          <a:spcPts val="0"/>
                        </a:spcBef>
                        <a:spcAft>
                          <a:spcPts val="0"/>
                        </a:spcAft>
                        <a:buNone/>
                      </a:pPr>
                      <a:r>
                        <a:rPr sz="800" noProof="1" lang="ja"/>
                        <a:t>・Incorporation of feedback through contributions to OSS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FFFFFF"/>
                    </a:solidFill>
                  </a:tcPr>
                </a:tc>
                <a:tc>
                  <a:txBody>
                    <a:bodyPr/>
                    <a:lstStyle/>
                    <a:p>
                      <a:pPr lvl="0" indent="0" rtl="0" marL="0" algn="l">
                        <a:lnSpc>
                          <a:spcPct val="115000"/>
                        </a:lnSpc>
                        <a:spcBef>
                          <a:spcPts val="0"/>
                        </a:spcBef>
                        <a:spcAft>
                          <a:spcPts val="0"/>
                        </a:spcAft>
                        <a:buNone/>
                      </a:pPr>
                      <a:r>
                        <a:rPr sz="800" noProof="1" lang="ja"/>
                        <a:t>・Need for OSS utilization guidelines</a:t>
                      </a:r>
                      <a:endParaRPr sz="800"/>
                    </a:p>
                    <a:p>
                      <a:pPr lvl="0" indent="0" rtl="0" marL="0" algn="l">
                        <a:lnSpc>
                          <a:spcPct val="115000"/>
                        </a:lnSpc>
                        <a:spcBef>
                          <a:spcPts val="0"/>
                        </a:spcBef>
                        <a:spcAft>
                          <a:spcPts val="0"/>
                        </a:spcAft>
                        <a:buNone/>
                      </a:pPr>
                      <a:r>
                        <a:rPr sz="800" noProof="1" lang="ja"/>
                        <a:t>・Launch and activation of OSS community (OSS hosting)</a:t>
                      </a:r>
                      <a:endParaRPr sz="800"/>
                    </a:p>
                    <a:p>
                      <a:pPr lvl="0" indent="0" rtl="0" marL="0" algn="l">
                        <a:lnSpc>
                          <a:spcPct val="115000"/>
                        </a:lnSpc>
                        <a:spcBef>
                          <a:spcPts val="0"/>
                        </a:spcBef>
                        <a:spcAft>
                          <a:spcPts val="0"/>
                        </a:spcAft>
                        <a:buNone/>
                      </a:pPr>
                      <a:r>
                        <a:rPr sz="800" noProof="1" lang="ja"/>
                        <a:t>・Promotion of inner sources among municipalities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r h="980875">
                <a:tc>
                  <a:txBody>
                    <a:bodyPr/>
                    <a:lstStyle/>
                    <a:p>
                      <a:pPr lvl="0" indent="0" rtl="0" marL="0" algn="l">
                        <a:lnSpc>
                          <a:spcPct val="115000"/>
                        </a:lnSpc>
                        <a:spcBef>
                          <a:spcPts val="0"/>
                        </a:spcBef>
                        <a:spcAft>
                          <a:spcPts val="0"/>
                        </a:spcAft>
                        <a:buNone/>
                      </a:pPr>
                      <a:r>
                        <a:rPr sz="800" noProof="1" lang="ja"/>
                        <a:t>OSS activities to be implemented</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rgbClr val="CFE2F3"/>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Announcement of Meetup</a:t>
                      </a:r>
                      <a:endParaRPr sz="800"/>
                    </a:p>
                    <a:p>
                      <a:pPr lvl="0" indent="0" rtl="0" marL="0" algn="l">
                        <a:lnSpc>
                          <a:spcPct val="115000"/>
                        </a:lnSpc>
                        <a:spcBef>
                          <a:spcPts val="0"/>
                        </a:spcBef>
                        <a:spcAft>
                          <a:spcPts val="0"/>
                        </a:spcAft>
                        <a:buNone/>
                      </a:pPr>
                      <a:r>
                        <a:rPr sz="800" noProof="1" lang="ja"/>
                        <a:t>- Announcement of use cases</a:t>
                      </a:r>
                      <a:endParaRPr sz="800"/>
                    </a:p>
                    <a:p>
                      <a:pPr lvl="0" indent="0" rtl="0" marL="0" algn="l">
                        <a:lnSpc>
                          <a:spcPct val="115000"/>
                        </a:lnSpc>
                        <a:spcBef>
                          <a:spcPts val="0"/>
                        </a:spcBef>
                        <a:spcAft>
                          <a:spcPts val="0"/>
                        </a:spcAft>
                        <a:buNone/>
                      </a:pPr>
                      <a:r>
                        <a:rPr sz="800" noProof="1" lang="ja"/>
                        <a:t>- Gathering friends (finding business partners)</a:t>
                      </a:r>
                      <a:endParaRPr sz="800"/>
                    </a:p>
                    <a:p>
                      <a:pPr lvl="0" indent="0" rtl="0" marL="0" algn="l">
                        <a:lnSpc>
                          <a:spcPct val="115000"/>
                        </a:lnSpc>
                        <a:spcBef>
                          <a:spcPts val="0"/>
                        </a:spcBef>
                        <a:spcAft>
                          <a:spcPts val="0"/>
                        </a:spcAft>
                        <a:buNone/>
                      </a:pPr>
                      <a:r>
                        <a:rPr sz="800" noProof="1" lang="ja"/>
                        <a:t>- Formation of local community</a:t>
                      </a:r>
                      <a:endParaRPr sz="800"/>
                    </a:p>
                    <a:p>
                      <a:pPr lvl="0" indent="0" rtl="0" marL="0" algn="l">
                        <a:lnSpc>
                          <a:spcPct val="115000"/>
                        </a:lnSpc>
                        <a:spcBef>
                          <a:spcPts val="0"/>
                        </a:spcBef>
                        <a:spcAft>
                          <a:spcPts val="0"/>
                        </a:spcAft>
                        <a:buNone/>
                      </a:pPr>
                      <a:r>
                        <a:rPr sz="800" noProof="1" lang="ja"/>
                        <a:t>- Technical education</a:t>
                      </a:r>
                      <a:endParaRPr sz="800"/>
                    </a:p>
                    <a:p>
                      <a:pPr lvl="0" indent="0" rtl="0" marL="0" algn="l">
                        <a:lnSpc>
                          <a:spcPct val="115000"/>
                        </a:lnSpc>
                        <a:spcBef>
                          <a:spcPts val="0"/>
                        </a:spcBef>
                        <a:spcAft>
                          <a:spcPts val="0"/>
                        </a:spcAft>
                        <a:buNone/>
                      </a:pPr>
                      <a:r>
                        <a:rPr sz="800" noProof="1" lang="ja"/>
                        <a:t>- OSS development method education</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Meetup announcement</a:t>
                      </a:r>
                      <a:endParaRPr sz="800"/>
                    </a:p>
                    <a:p>
                      <a:pPr lvl="0" indent="0" rtl="0" marL="0" algn="l">
                        <a:lnSpc>
                          <a:spcPct val="115000"/>
                        </a:lnSpc>
                        <a:spcBef>
                          <a:spcPts val="0"/>
                        </a:spcBef>
                        <a:spcAft>
                          <a:spcPts val="0"/>
                        </a:spcAft>
                        <a:buNone/>
                      </a:pPr>
                      <a:r>
                        <a:rPr sz="800" noProof="1" lang="ja"/>
                        <a:t>- Use case announcement</a:t>
                      </a:r>
                      <a:br>
                        <a:rPr sz="800" lang="ja"/>
                      </a:br>
                      <a:r>
                        <a:rPr sz="800" noProof="1" lang="ja"/>
                        <a:t>- Gathering friends (finding business partners)</a:t>
                      </a:r>
                      <a:endParaRPr sz="800"/>
                    </a:p>
                    <a:p>
                      <a:pPr lvl="0" indent="0" rtl="0" marL="0" algn="l">
                        <a:lnSpc>
                          <a:spcPct val="115000"/>
                        </a:lnSpc>
                        <a:spcBef>
                          <a:spcPts val="0"/>
                        </a:spcBef>
                        <a:spcAft>
                          <a:spcPts val="0"/>
                        </a:spcAft>
                        <a:buNone/>
                      </a:pPr>
                      <a:r>
                        <a:rPr sz="800" noProof="1" lang="ja"/>
                        <a:t>- Building local communities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c>
                  <a:txBody>
                    <a:bodyPr/>
                    <a:lstStyle/>
                    <a:p>
                      <a:pPr lvl="0" indent="0" rtl="0" marL="0" algn="l">
                        <a:lnSpc>
                          <a:spcPct val="115000"/>
                        </a:lnSpc>
                        <a:spcBef>
                          <a:spcPts val="0"/>
                        </a:spcBef>
                        <a:spcAft>
                          <a:spcPts val="0"/>
                        </a:spcAft>
                        <a:buNone/>
                      </a:pPr>
                      <a:r>
                        <a:rPr sz="800" noProof="1" lang="ja"/>
                        <a:t>High priority</a:t>
                      </a:r>
                      <a:endParaRPr sz="800"/>
                    </a:p>
                    <a:p>
                      <a:pPr lvl="0" indent="0" rtl="0" marL="0" algn="l">
                        <a:lnSpc>
                          <a:spcPct val="115000"/>
                        </a:lnSpc>
                        <a:spcBef>
                          <a:spcPts val="0"/>
                        </a:spcBef>
                        <a:spcAft>
                          <a:spcPts val="0"/>
                        </a:spcAft>
                        <a:buNone/>
                      </a:pPr>
                      <a:r>
                        <a:rPr sz="800" noProof="1" lang="ja"/>
                        <a:t>- Building common standards</a:t>
                      </a:r>
                      <a:endParaRPr sz="800"/>
                    </a:p>
                    <a:p>
                      <a:pPr lvl="0" indent="0" rtl="0" marL="0" algn="l">
                        <a:lnSpc>
                          <a:spcPct val="115000"/>
                        </a:lnSpc>
                        <a:spcBef>
                          <a:spcPts val="0"/>
                        </a:spcBef>
                        <a:spcAft>
                          <a:spcPts val="0"/>
                        </a:spcAft>
                        <a:buNone/>
                      </a:pPr>
                      <a:r>
                        <a:rPr sz="800" noProof="1" lang="ja"/>
                        <a:t>- Building local communities</a:t>
                      </a:r>
                      <a:endParaRPr sz="800"/>
                    </a:p>
                  </a:txBody>
                  <a:tcPr marT="19050" marB="19050" marR="28575" marL="28575">
                    <a:lnL cmpd="sng" cap="flat" w="9525">
                      <a:solidFill>
                        <a:srgbClr val="000000"/>
                      </a:solidFill>
                      <a:prstDash val="solid"/>
                      <a:round/>
                      <a:headEnd len="sm" w="sm" type="none"/>
                      <a:tailEnd len="sm" w="sm" type="none"/>
                    </a:lnL>
                    <a:lnR cmpd="sng" cap="flat" w="9525">
                      <a:solidFill>
                        <a:srgbClr val="000000"/>
                      </a:solidFill>
                      <a:prstDash val="solid"/>
                      <a:round/>
                      <a:headEnd len="sm" w="sm" type="none"/>
                      <a:tailEnd len="sm" w="sm" type="none"/>
                    </a:lnR>
                    <a:lnT cmpd="sng" cap="flat" w="9525">
                      <a:solidFill>
                        <a:srgbClr val="000000"/>
                      </a:solidFill>
                      <a:prstDash val="solid"/>
                      <a:round/>
                      <a:headEnd len="sm" w="sm" type="none"/>
                      <a:tailEnd len="sm" w="sm" type="none"/>
                    </a:lnT>
                    <a:lnB cmpd="sng" cap="flat"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12" id="212"/>
        <p:cNvGrpSpPr/>
        <p:nvPr/>
      </p:nvGrpSpPr>
      <p:grpSpPr>
        <a:xfrm>
          <a:off x="0" y="0"/>
          <a:ext cx="0" cy="0"/>
          <a:chOff x="0" y="0"/>
          <a:chExt cx="0" cy="0"/>
        </a:xfrm>
      </p:grpSpPr>
      <p:sp>
        <p:nvSpPr>
          <p:cNvPr name="Google Shape;213;p34" id="213"/>
          <p:cNvSpPr txBox="1"/>
          <p:nvPr>
            <p:ph type="title"/>
          </p:nvPr>
        </p:nvSpPr>
        <p:spPr>
          <a:xfrm>
            <a:off x="773700" y="1806450"/>
            <a:ext cx="7596600" cy="1530600"/>
          </a:xfrm>
          <a:prstGeom prst="rect">
            <a:avLst/>
          </a:prstGeom>
        </p:spPr>
        <p:txBody>
          <a:bodyPr lIns="91425" bIns="91425" anchor="ctr" rIns="91425" anchorCtr="0" wrap="square" spcFirstLastPara="1" tIns="91425">
            <a:normAutofit fontScale="90000"/>
          </a:bodyPr>
          <a:lstStyle/>
          <a:p>
            <a:pPr lvl="0" indent="0" rtl="0" marL="0" algn="ctr">
              <a:spcBef>
                <a:spcPts val="0"/>
              </a:spcBef>
              <a:spcAft>
                <a:spcPts val="0"/>
              </a:spcAft>
              <a:buNone/>
            </a:pPr>
            <a:r>
              <a:rPr noProof="1" lang="ja"/>
              <a:t>Sales of services related to OSS</a:t>
            </a:r>
            <a:br>
              <a:rPr lang="ja"/>
            </a:br>
            <a:r>
              <a:rPr noProof="1" lang="ja"/>
              <a:t>(primary)</a:t>
            </a:r>
            <a:br>
              <a:rPr lang="ja"/>
            </a:br>
            <a:r>
              <a:rPr noProof="1" lang="ja"/>
              <a:t>2024-03-15 View</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17" id="217"/>
        <p:cNvGrpSpPr/>
        <p:nvPr/>
      </p:nvGrpSpPr>
      <p:grpSpPr>
        <a:xfrm>
          <a:off x="0" y="0"/>
          <a:ext cx="0" cy="0"/>
          <a:chOff x="0" y="0"/>
          <a:chExt cx="0" cy="0"/>
        </a:xfrm>
      </p:grpSpPr>
      <p:sp>
        <p:nvSpPr>
          <p:cNvPr name="Google Shape;218;p35" id="218"/>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First: Companies serving as OSS</a:t>
            </a:r>
            <a:endParaRPr/>
          </a:p>
        </p:txBody>
      </p:sp>
      <p:sp>
        <p:nvSpPr>
          <p:cNvPr name="Google Shape;219;p35" id="219"/>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Main place of value for business</a:t>
            </a:r>
            <a:endParaRPr/>
          </a:p>
          <a:p>
            <a:pPr lvl="1" indent="-317500" rtl="0" marL="914400" algn="l">
              <a:spcBef>
                <a:spcPts val="0"/>
              </a:spcBef>
              <a:spcAft>
                <a:spcPts val="0"/>
              </a:spcAft>
              <a:buSzPts val="1400"/>
              <a:buAutoNum type="alphaLcPeriod"/>
            </a:pPr>
            <a:r>
              <a:rPr noProof="1" lang="ja"/>
              <a:t>Provide value mainly by providing OSS</a:t>
            </a:r>
            <a:endParaRPr/>
          </a:p>
          <a:p>
            <a:pPr lvl="0" indent="-342900" rtl="0" marL="457200" algn="l">
              <a:spcBef>
                <a:spcPts val="0"/>
              </a:spcBef>
              <a:spcAft>
                <a:spcPts val="0"/>
              </a:spcAft>
              <a:buSzPts val="1800"/>
              <a:buChar char="●"/>
            </a:pPr>
            <a:r>
              <a:rPr noProof="1" lang="ja"/>
              <a:t>Linux as an example, distro vendor?</a:t>
            </a:r>
            <a:endParaRPr/>
          </a:p>
          <a:p>
            <a:pPr lvl="1" indent="-317500" rtl="0" marL="914400" algn="l">
              <a:spcBef>
                <a:spcPts val="0"/>
              </a:spcBef>
              <a:spcAft>
                <a:spcPts val="0"/>
              </a:spcAft>
              <a:buSzPts val="1400"/>
              <a:buAutoNum type="alphaLcPeriod"/>
            </a:pPr>
            <a:r>
              <a:rPr noProof="1" lang="ja"/>
              <a:t>Redhat Linux</a:t>
            </a:r>
            <a:endParaRPr/>
          </a:p>
          <a:p>
            <a:pPr lvl="1" indent="-317500" rtl="0" marL="914400" algn="l">
              <a:spcBef>
                <a:spcPts val="0"/>
              </a:spcBef>
              <a:spcAft>
                <a:spcPts val="0"/>
              </a:spcAft>
              <a:buSzPts val="1400"/>
              <a:buAutoNum type="alphaLcPeriod"/>
            </a:pPr>
            <a:r>
              <a:rPr noProof="1" lang="ja"/>
              <a:t>Cannonical</a:t>
            </a:r>
            <a:endParaRPr/>
          </a:p>
          <a:p>
            <a:pPr lvl="1" indent="-317500" rtl="0" marL="914400" algn="l">
              <a:spcBef>
                <a:spcPts val="0"/>
              </a:spcBef>
              <a:spcAft>
                <a:spcPts val="0"/>
              </a:spcAft>
              <a:buSzPts val="1400"/>
              <a:buAutoNum type="alphaLcPeriod"/>
            </a:pPr>
            <a:r>
              <a:rPr noProof="1" lang="ja"/>
              <a:t>Windriver</a:t>
            </a:r>
            <a:endParaRPr/>
          </a:p>
          <a:p>
            <a:pPr lvl="1" indent="-317500" rtl="0" marL="914400" algn="l">
              <a:spcBef>
                <a:spcPts val="0"/>
              </a:spcBef>
              <a:spcAft>
                <a:spcPts val="0"/>
              </a:spcAft>
              <a:buSzPts val="1400"/>
              <a:buAutoNum type="alphaLcPeriod"/>
            </a:pPr>
            <a:r>
              <a:rPr noProof="1" lang="ja"/>
              <a:t>MIRACLE LINUX</a:t>
            </a:r>
            <a:endParaRPr/>
          </a:p>
          <a:p>
            <a:pPr lvl="0" indent="-342900" rtl="0" marL="457200" algn="l">
              <a:spcBef>
                <a:spcPts val="0"/>
              </a:spcBef>
              <a:spcAft>
                <a:spcPts val="0"/>
              </a:spcAft>
              <a:buSzPts val="1800"/>
              <a:buChar char="●"/>
            </a:pPr>
            <a:r>
              <a:rPr noProof="1" lang="ja"/>
              <a:t>Relationship with OSS community</a:t>
            </a:r>
            <a:endParaRPr/>
          </a:p>
          <a:p>
            <a:pPr lvl="1" indent="-317500" rtl="0" marL="914400" algn="l">
              <a:spcBef>
                <a:spcPts val="0"/>
              </a:spcBef>
              <a:spcAft>
                <a:spcPts val="0"/>
              </a:spcAft>
              <a:buSzPts val="1400"/>
              <a:buAutoNum type="alphaLcPeriod"/>
            </a:pPr>
            <a:r>
              <a:rPr noProof="1" lang="ja"/>
              <a:t>Maintainer, operator or core member of Linux community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23" id="223"/>
        <p:cNvGrpSpPr/>
        <p:nvPr/>
      </p:nvGrpSpPr>
      <p:grpSpPr>
        <a:xfrm>
          <a:off x="0" y="0"/>
          <a:ext cx="0" cy="0"/>
          <a:chOff x="0" y="0"/>
          <a:chExt cx="0" cy="0"/>
        </a:xfrm>
      </p:grpSpPr>
      <p:sp>
        <p:nvSpPr>
          <p:cNvPr name="Google Shape;224;p36" id="224"/>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Primary: Companies serving as OSS</a:t>
            </a:r>
            <a:endParaRPr/>
          </a:p>
        </p:txBody>
      </p:sp>
      <p:sp>
        <p:nvSpPr>
          <p:cNvPr name="Google Shape;225;p36" id="225"/>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Business issues</a:t>
            </a:r>
            <a:endParaRPr/>
          </a:p>
          <a:p>
            <a:pPr lvl="1" indent="-317500" rtl="0" marL="914400" algn="l">
              <a:spcBef>
                <a:spcPts val="0"/>
              </a:spcBef>
              <a:spcAft>
                <a:spcPts val="0"/>
              </a:spcAft>
              <a:buSzPts val="1400"/>
              <a:buAutoNum type="alphaLcPeriod"/>
            </a:pPr>
            <a:r>
              <a:rPr noProof="1" lang="ja"/>
              <a:t>Certification from hardware vendors (for new hardware)</a:t>
            </a:r>
            <a:endParaRPr/>
          </a:p>
          <a:p>
            <a:pPr lvl="1" indent="-317500" rtl="0" marL="914400" algn="l">
              <a:spcBef>
                <a:spcPts val="0"/>
              </a:spcBef>
              <a:spcAft>
                <a:spcPts val="0"/>
              </a:spcAft>
              <a:buSzPts val="1400"/>
              <a:buAutoNum type="alphaLcPeriod"/>
            </a:pPr>
            <a:r>
              <a:rPr noProof="1" lang="ja"/>
              <a:t>Compatibility maintenance (backport)</a:t>
            </a:r>
            <a:endParaRPr/>
          </a:p>
          <a:p>
            <a:pPr lvl="1" indent="-317500" rtl="0" marL="914400" algn="l">
              <a:spcBef>
                <a:spcPts val="0"/>
              </a:spcBef>
              <a:spcAft>
                <a:spcPts val="0"/>
              </a:spcAft>
              <a:buSzPts val="1400"/>
              <a:buAutoNum type="alphaLcPeriod"/>
            </a:pPr>
            <a:r>
              <a:rPr noProof="1" lang="ja"/>
              <a:t>Security measures (version upgrade and distribution)</a:t>
            </a:r>
            <a:endParaRPr/>
          </a:p>
          <a:p>
            <a:pPr lvl="1" indent="-317500" rtl="0" marL="914400" algn="l">
              <a:spcBef>
                <a:spcPts val="0"/>
              </a:spcBef>
              <a:spcAft>
                <a:spcPts val="0"/>
              </a:spcAft>
              <a:buSzPts val="1400"/>
              <a:buAutoNum type="alphaLcPeriod"/>
            </a:pPr>
            <a:r>
              <a:rPr noProof="1" lang="ja"/>
              <a:t>Technical support</a:t>
            </a:r>
            <a:endParaRPr/>
          </a:p>
          <a:p>
            <a:pPr lvl="0" indent="-342900" rtl="0" marL="457200" algn="l">
              <a:spcBef>
                <a:spcPts val="0"/>
              </a:spcBef>
              <a:spcAft>
                <a:spcPts val="0"/>
              </a:spcAft>
              <a:buSzPts val="1800"/>
              <a:buChar char="●"/>
            </a:pPr>
            <a:r>
              <a:rPr noProof="1" lang="ja"/>
              <a:t>Business value</a:t>
            </a:r>
            <a:endParaRPr/>
          </a:p>
          <a:p>
            <a:pPr lvl="1" indent="-317500" rtl="0" marL="914400" algn="l">
              <a:spcBef>
                <a:spcPts val="0"/>
              </a:spcBef>
              <a:spcAft>
                <a:spcPts val="0"/>
              </a:spcAft>
              <a:buSzPts val="1400"/>
              <a:buAutoNum type="alphaLcPeriod"/>
            </a:pPr>
            <a:r>
              <a:rPr noProof="1" lang="ja"/>
              <a:t>OSS itself is not sold (Not a ban on buying and selling, but as a value. This is not enough to sell.)</a:t>
            </a:r>
            <a:endParaRPr/>
          </a:p>
          <a:p>
            <a:pPr lvl="1" indent="-317500" rtl="0" marL="914400" algn="l">
              <a:spcBef>
                <a:spcPts val="0"/>
              </a:spcBef>
              <a:spcAft>
                <a:spcPts val="0"/>
              </a:spcAft>
              <a:buSzPts val="1400"/>
              <a:buAutoNum type="alphaLcPeriod"/>
            </a:pPr>
            <a:r>
              <a:rPr noProof="1" lang="ja"/>
              <a:t>Combined OSS offering (You can verify it yourself, but there are many combinations.)</a:t>
            </a:r>
            <a:endParaRPr/>
          </a:p>
          <a:p>
            <a:pPr lvl="1" indent="-317500" rtl="0" marL="914400" algn="l">
              <a:spcBef>
                <a:spcPts val="0"/>
              </a:spcBef>
              <a:spcAft>
                <a:spcPts val="0"/>
              </a:spcAft>
              <a:buSzPts val="1400"/>
              <a:buAutoNum type="alphaLcPeriod"/>
            </a:pPr>
            <a:r>
              <a:rPr noProof="1" lang="ja"/>
              <a:t>Maintenance replacement (You can maintain it yourself, but outsourcing is better and more effective.)</a:t>
            </a:r>
            <a:endParaRPr/>
          </a:p>
          <a:p>
            <a:pPr lvl="1" indent="-317500" rtl="0" marL="914400" algn="l">
              <a:spcBef>
                <a:spcPts val="0"/>
              </a:spcBef>
              <a:spcAft>
                <a:spcPts val="0"/>
              </a:spcAft>
              <a:buSzPts val="1400"/>
              <a:buAutoNum type="alphaLcPeriod"/>
            </a:pPr>
            <a:r>
              <a:rPr noProof="1" lang="ja"/>
              <a:t>Technical Inquiries (I can find out for myself, but it's faster to ask.)</a:t>
            </a:r>
            <a:endParaRPr/>
          </a:p>
          <a:p>
            <a:pPr lvl="1" indent="-317500" rtl="0" marL="914400" algn="l">
              <a:spcBef>
                <a:spcPts val="0"/>
              </a:spcBef>
              <a:spcAft>
                <a:spcPts val="0"/>
              </a:spcAft>
              <a:buSzPts val="1400"/>
              <a:buAutoNum type="alphaLcPeriod"/>
            </a:pPr>
            <a:r>
              <a:rPr noProof="1" lang="ja"/>
              <a:t>Authentication is Business Required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29" id="229"/>
        <p:cNvGrpSpPr/>
        <p:nvPr/>
      </p:nvGrpSpPr>
      <p:grpSpPr>
        <a:xfrm>
          <a:off x="0" y="0"/>
          <a:ext cx="0" cy="0"/>
          <a:chOff x="0" y="0"/>
          <a:chExt cx="0" cy="0"/>
        </a:xfrm>
      </p:grpSpPr>
      <p:sp>
        <p:nvSpPr>
          <p:cNvPr name="Google Shape;230;p37" id="230"/>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First: Companies providing services as OSS</a:t>
            </a:r>
            <a:endParaRPr/>
          </a:p>
        </p:txBody>
      </p:sp>
      <p:sp>
        <p:nvSpPr>
          <p:cNvPr name="Google Shape;231;p37" id="231"/>
          <p:cNvSpPr txBox="1"/>
          <p:nvPr>
            <p:ph idx="1" type="body"/>
          </p:nvPr>
        </p:nvSpPr>
        <p:spPr>
          <a:xfrm>
            <a:off x="311700" y="1225225"/>
            <a:ext cx="5962800" cy="3354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OSS strategy and actions</a:t>
            </a:r>
            <a:endParaRPr/>
          </a:p>
          <a:p>
            <a:pPr lvl="1" indent="-317500" rtl="0" marL="914400" algn="l">
              <a:spcBef>
                <a:spcPts val="0"/>
              </a:spcBef>
              <a:spcAft>
                <a:spcPts val="0"/>
              </a:spcAft>
              <a:buSzPts val="1400"/>
              <a:buAutoNum type="alphaLcPeriod"/>
            </a:pPr>
            <a:r>
              <a:rPr noProof="1" lang="ja"/>
              <a:t>Ability to maintain OSS as a distro</a:t>
            </a:r>
            <a:endParaRPr/>
          </a:p>
          <a:p>
            <a:pPr lvl="2" indent="-317500" rtl="0" marL="1371600" algn="l">
              <a:spcBef>
                <a:spcPts val="0"/>
              </a:spcBef>
              <a:spcAft>
                <a:spcPts val="0"/>
              </a:spcAft>
              <a:buSzPts val="1400"/>
              <a:buAutoNum type="romanLcPeriod"/>
            </a:pPr>
            <a:r>
              <a:rPr noProof="1" lang="ja"/>
              <a:t>Patch posting</a:t>
            </a:r>
            <a:endParaRPr/>
          </a:p>
          <a:p>
            <a:pPr lvl="2" indent="-317500" rtl="0" marL="1371600" algn="l">
              <a:spcBef>
                <a:spcPts val="0"/>
              </a:spcBef>
              <a:spcAft>
                <a:spcPts val="0"/>
              </a:spcAft>
              <a:buSzPts val="1400"/>
              <a:buAutoNum type="romanLcPeriod"/>
            </a:pPr>
            <a:r>
              <a:rPr noProof="1" lang="ja"/>
              <a:t>Document maintenance (Expansion of developers and users)</a:t>
            </a:r>
            <a:endParaRPr/>
          </a:p>
          <a:p>
            <a:pPr lvl="2" indent="-317500" rtl="0" marL="1371600" algn="l">
              <a:spcBef>
                <a:spcPts val="0"/>
              </a:spcBef>
              <a:spcAft>
                <a:spcPts val="0"/>
              </a:spcAft>
              <a:buSzPts val="1400"/>
              <a:buAutoNum type="romanLcPeriod"/>
            </a:pPr>
            <a:r>
              <a:rPr noProof="1" lang="ja"/>
              <a:t>Community communication, operation support, operation promotion (maintaining distro base)</a:t>
            </a:r>
            <a:endParaRPr/>
          </a:p>
          <a:p>
            <a:pPr lvl="1" indent="-317500" rtl="0" marL="914400" algn="l">
              <a:spcBef>
                <a:spcPts val="0"/>
              </a:spcBef>
              <a:spcAft>
                <a:spcPts val="0"/>
              </a:spcAft>
              <a:buSzPts val="1400"/>
              <a:buAutoNum type="alphaLcPeriod"/>
            </a:pPr>
            <a:r>
              <a:rPr noProof="1" lang="ja"/>
              <a:t>OSS development leads to expansion of potential customers</a:t>
            </a:r>
            <a:endParaRPr/>
          </a:p>
          <a:p>
            <a:pPr lvl="2" indent="-317500" rtl="0" marL="1371600" algn="l">
              <a:spcBef>
                <a:spcPts val="0"/>
              </a:spcBef>
              <a:spcAft>
                <a:spcPts val="0"/>
              </a:spcAft>
              <a:buSzPts val="1400"/>
              <a:buAutoNum type="romanLcPeriod"/>
            </a:pPr>
            <a:r>
              <a:rPr noProof="1" lang="ja"/>
              <a:t>Meet up events and seminar events (expansion of users)</a:t>
            </a:r>
            <a:endParaRPr/>
          </a:p>
          <a:p>
            <a:pPr lvl="1" indent="-317500" rtl="0" marL="914400" algn="l">
              <a:spcBef>
                <a:spcPts val="0"/>
              </a:spcBef>
              <a:spcAft>
                <a:spcPts val="0"/>
              </a:spcAft>
              <a:buSzPts val="1400"/>
              <a:buAutoNum type="alphaLcPeriod"/>
            </a:pPr>
            <a:r>
              <a:rPr noProof="1" lang="ja"/>
              <a:t>Improve business value (Brand?)</a:t>
            </a:r>
            <a:endParaRPr/>
          </a:p>
          <a:p>
            <a:pPr lvl="2" indent="-317500" rtl="0" marL="1371600" algn="l">
              <a:spcBef>
                <a:spcPts val="0"/>
              </a:spcBef>
              <a:spcAft>
                <a:spcPts val="0"/>
              </a:spcAft>
              <a:buSzPts val="1400"/>
              <a:buAutoNum type="romanLcPeriod"/>
            </a:pPr>
            <a:r>
              <a:rPr noProof="1" lang="ja"/>
              <a:t>Continue posting patches</a:t>
            </a:r>
            <a:endParaRPr/>
          </a:p>
          <a:p>
            <a:pPr lvl="1" indent="-317500" rtl="0" marL="914400" algn="l">
              <a:spcBef>
                <a:spcPts val="0"/>
              </a:spcBef>
              <a:spcAft>
                <a:spcPts val="0"/>
              </a:spcAft>
              <a:buSzPts val="1400"/>
              <a:buAutoNum type="alphaLcPeriod"/>
            </a:pPr>
            <a:r>
              <a:rPr noProof="1" lang="ja"/>
              <a:t>Forming the de facto</a:t>
            </a:r>
            <a:endParaRPr/>
          </a:p>
          <a:p>
            <a:pPr lvl="1" indent="-317500" rtl="0" marL="914400" algn="l">
              <a:spcBef>
                <a:spcPts val="0"/>
              </a:spcBef>
              <a:spcAft>
                <a:spcPts val="0"/>
              </a:spcAft>
              <a:buSzPts val="1400"/>
              <a:buAutoNum type="alphaLcPeriod"/>
            </a:pPr>
            <a:r>
              <a:rPr noProof="1" lang="ja"/>
              <a:t>Can be asked to developers</a:t>
            </a:r>
            <a:endParaRPr/>
          </a:p>
          <a:p>
            <a:pPr lvl="1" indent="-317500" rtl="0" marL="914400" algn="l">
              <a:spcBef>
                <a:spcPts val="0"/>
              </a:spcBef>
              <a:spcAft>
                <a:spcPts val="0"/>
              </a:spcAft>
              <a:buSzPts val="1400"/>
              <a:buAutoNum type="alphaLcPeriod"/>
            </a:pPr>
            <a:r>
              <a:rPr noProof="1" lang="ja"/>
              <a:t>(It may not be a strategy, but posting patches is linked to training engineers.)</a:t>
            </a:r>
            <a:endParaRPr/>
          </a:p>
          <a:p>
            <a:pPr lvl="0" indent="-342900" rtl="0" marL="457200" algn="l">
              <a:spcBef>
                <a:spcPts val="0"/>
              </a:spcBef>
              <a:spcAft>
                <a:spcPts val="0"/>
              </a:spcAft>
              <a:buSzPts val="1800"/>
              <a:buChar char="●"/>
            </a:pPr>
            <a:r>
              <a:t> </a:t>
            </a:r>
            <a:endParaRPr/>
          </a:p>
        </p:txBody>
      </p:sp>
      <p:sp>
        <p:nvSpPr>
          <p:cNvPr name="Google Shape;232;p37" id="232"/>
          <p:cNvSpPr/>
          <p:nvPr/>
        </p:nvSpPr>
        <p:spPr>
          <a:xfrm>
            <a:off x="6848400" y="1225225"/>
            <a:ext cx="1983900" cy="4632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Patch posting</a:t>
            </a:r>
            <a:endParaRPr>
              <a:latin typeface="Open Sans"/>
              <a:ea typeface="Open Sans"/>
              <a:cs typeface="Open Sans"/>
              <a:sym typeface="Open Sans"/>
            </a:endParaRPr>
          </a:p>
        </p:txBody>
      </p:sp>
      <p:sp>
        <p:nvSpPr>
          <p:cNvPr name="Google Shape;233;p37" id="233"/>
          <p:cNvSpPr/>
          <p:nvPr/>
        </p:nvSpPr>
        <p:spPr>
          <a:xfrm>
            <a:off x="6848400" y="1743175"/>
            <a:ext cx="1983900" cy="4632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Community support</a:t>
            </a:r>
            <a:endParaRPr>
              <a:latin typeface="Open Sans"/>
              <a:ea typeface="Open Sans"/>
              <a:cs typeface="Open Sans"/>
              <a:sym typeface="Open Sans"/>
            </a:endParaRPr>
          </a:p>
        </p:txBody>
      </p:sp>
      <p:sp>
        <p:nvSpPr>
          <p:cNvPr name="Google Shape;234;p37" id="234"/>
          <p:cNvSpPr/>
          <p:nvPr/>
        </p:nvSpPr>
        <p:spPr>
          <a:xfrm>
            <a:off x="6848400" y="2261125"/>
            <a:ext cx="1983900" cy="4632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Meetup</a:t>
            </a:r>
            <a:endParaRPr>
              <a:latin typeface="Open Sans"/>
              <a:ea typeface="Open Sans"/>
              <a:cs typeface="Open Sans"/>
              <a:sym typeface="Open Sans"/>
            </a:endParaRPr>
          </a:p>
        </p:txBody>
      </p:sp>
      <p:cxnSp>
        <p:nvCxnSpPr>
          <p:cNvPr name="Google Shape;235;p37" id="235"/>
          <p:cNvCxnSpPr/>
          <p:nvPr/>
        </p:nvCxnSpPr>
        <p:spPr>
          <a:xfrm rot="10800000" flipH="1">
            <a:off x="5062775" y="1311325"/>
            <a:ext cx="2082600" cy="377100"/>
          </a:xfrm>
          <a:prstGeom prst="straightConnector1">
            <a:avLst/>
          </a:prstGeom>
          <a:noFill/>
          <a:ln cmpd="sng" cap="flat" w="9525">
            <a:solidFill>
              <a:schemeClr val="dk2"/>
            </a:solidFill>
            <a:prstDash val="solid"/>
            <a:round/>
            <a:headEnd len="med" w="med" type="none"/>
            <a:tailEnd len="med" w="med" type="none"/>
          </a:ln>
        </p:spPr>
      </p:cxnSp>
      <p:cxnSp>
        <p:nvCxnSpPr>
          <p:cNvPr name="Google Shape;236;p37" id="236"/>
          <p:cNvCxnSpPr>
            <a:endCxn id="232" idx="1"/>
          </p:cNvCxnSpPr>
          <p:nvPr/>
        </p:nvCxnSpPr>
        <p:spPr>
          <a:xfrm rot="10800000" flipH="1">
            <a:off x="4136100" y="1456825"/>
            <a:ext cx="2712300" cy="1957200"/>
          </a:xfrm>
          <a:prstGeom prst="straightConnector1">
            <a:avLst/>
          </a:prstGeom>
          <a:noFill/>
          <a:ln cmpd="sng" cap="flat" w="9525">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40" id="240"/>
        <p:cNvGrpSpPr/>
        <p:nvPr/>
      </p:nvGrpSpPr>
      <p:grpSpPr>
        <a:xfrm>
          <a:off x="0" y="0"/>
          <a:ext cx="0" cy="0"/>
          <a:chOff x="0" y="0"/>
          <a:chExt cx="0" cy="0"/>
        </a:xfrm>
      </p:grpSpPr>
      <p:sp>
        <p:nvSpPr>
          <p:cNvPr name="Google Shape;241;p38" id="241"/>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t> </a:t>
            </a:r>
            <a:endParaRPr/>
          </a:p>
        </p:txBody>
      </p:sp>
      <p:sp>
        <p:nvSpPr>
          <p:cNvPr name="Google Shape;242;p38" id="242"/>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0" rtl="0" marL="0" algn="l">
              <a:spcBef>
                <a:spcPts val="0"/>
              </a:spcBef>
              <a:spcAft>
                <a:spcPts val="1200"/>
              </a:spcAft>
              <a:buNone/>
            </a:pPr>
            <a:r>
              <a:rPr noProof="1" lang="ja"/>
              <a:t>Why don't you compile it in a table?</a:t>
            </a:r>
            <a:endParaRPr/>
          </a:p>
        </p:txBody>
      </p:sp>
      <p:graphicFrame>
        <p:nvGraphicFramePr>
          <p:cNvPr name="Google Shape;243;p38" id="243"/>
          <p:cNvGraphicFramePr/>
          <p:nvPr/>
        </p:nvGraphicFramePr>
        <p:xfrm>
          <a:off x="1368275" y="1809300"/>
          <a:ext cx="3000000" cy="3000000"/>
        </p:xfrm>
        <a:graphic>
          <a:graphicData uri="http://schemas.openxmlformats.org/drawingml/2006/table">
            <a:tbl>
              <a:tblPr>
                <a:noFill/>
                <a:tableStyleId>{E682AA09-C1B1-4E06-BC11-F6799D67A49E}</a:tableStyleId>
              </a:tblPr>
              <a:tblGrid>
                <a:gridCol w="1447800"/>
                <a:gridCol w="1447800"/>
                <a:gridCol w="1447800"/>
                <a:gridCol w="1447800"/>
                <a:gridCol w="1447800"/>
              </a:tblGrid>
              <a:tr h="381000">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rPr noProof="1" lang="ja"/>
                        <a:t>Patch posting</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rPr noProof="1" lang="ja"/>
                        <a:t>Community survival</a:t>
                      </a:r>
                      <a:endParaRPr/>
                    </a:p>
                  </a:txBody>
                  <a:tcPr marT="91425" marB="91425" marR="91425" marL="91425"/>
                </a:tc>
                <a:tc>
                  <a:txBody>
                    <a:bodyPr/>
                    <a:lstStyle/>
                    <a:p>
                      <a:pPr lvl="0" indent="0" rtl="0" marL="0" algn="l">
                        <a:spcBef>
                          <a:spcPts val="0"/>
                        </a:spcBef>
                        <a:spcAft>
                          <a:spcPts val="0"/>
                        </a:spcAft>
                        <a:buNone/>
                      </a:pPr>
                      <a:r>
                        <a:rPr noProof="1" lang="ja"/>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rPr noProof="1" lang="ja"/>
                        <a:t>Development of OSS, expansion of potential customers</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bl>
          </a:graphicData>
        </a:graphic>
      </p:graphicFrame>
      <p:sp>
        <p:nvSpPr>
          <p:cNvPr name="Google Shape;244;p38" id="244"/>
          <p:cNvSpPr txBox="1"/>
          <p:nvPr/>
        </p:nvSpPr>
        <p:spPr>
          <a:xfrm>
            <a:off x="-2192700" y="1003050"/>
            <a:ext cx="2282700" cy="992700"/>
          </a:xfrm>
          <a:prstGeom prst="rect">
            <a:avLst/>
          </a:prstGeom>
          <a:noFill/>
          <a:ln>
            <a:noFill/>
          </a:ln>
        </p:spPr>
        <p:txBody>
          <a:bodyPr lIns="91425" bIns="91425" anchor="t" rIns="91425" anchorCtr="0" wrap="square" spcFirstLastPara="1" tIns="91425">
            <a:spAutoFit/>
          </a:bodyPr>
          <a:lstStyle/>
          <a:p>
            <a:pPr lvl="0" indent="0" rtl="0" marL="0" algn="l">
              <a:spcBef>
                <a:spcPts val="0"/>
              </a:spcBef>
              <a:spcAft>
                <a:spcPts val="0"/>
              </a:spcAft>
              <a:buNone/>
            </a:pPr>
            <a:r>
              <a:rPr sz="840" noProof="1" lang="ja">
                <a:solidFill>
                  <a:srgbClr val="131619"/>
                </a:solidFill>
                <a:latin typeface="Open Sans"/>
                <a:ea typeface="Open Sans"/>
                <a:cs typeface="Open Sans"/>
                <a:sym typeface="Open Sans"/>
              </a:rPr>
              <a:t>OSS as a platform</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is the difference between</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using specific features of OSS</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to provide services</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a:t>
            </a:r>
            <a:endParaRPr sz="1440">
              <a:solidFill>
                <a:schemeClr val="dk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48" id="248"/>
        <p:cNvGrpSpPr/>
        <p:nvPr/>
      </p:nvGrpSpPr>
      <p:grpSpPr>
        <a:xfrm>
          <a:off x="0" y="0"/>
          <a:ext cx="0" cy="0"/>
          <a:chOff x="0" y="0"/>
          <a:chExt cx="0" cy="0"/>
        </a:xfrm>
      </p:grpSpPr>
      <p:sp>
        <p:nvSpPr>
          <p:cNvPr name="Google Shape;249;p39" id="24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2024-03-15</a:t>
            </a:r>
            <a:endParaRPr/>
          </a:p>
        </p:txBody>
      </p:sp>
      <p:sp>
        <p:nvSpPr>
          <p:cNvPr name="Google Shape;250;p39" id="250"/>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Listed separately by telecommunication business (entity)</a:t>
            </a:r>
            <a:endParaRPr/>
          </a:p>
          <a:p>
            <a:pPr lvl="0" indent="-342900" rtl="0" marL="457200" algn="l">
              <a:spcBef>
                <a:spcPts val="0"/>
              </a:spcBef>
              <a:spcAft>
                <a:spcPts val="0"/>
              </a:spcAft>
              <a:buSzPts val="1800"/>
              <a:buChar char="●"/>
            </a:pPr>
            <a:r>
              <a:rPr noProof="1" lang="ja"/>
              <a:t>Expand the URL of the slide and Spreadsheet (homework)</a:t>
            </a:r>
            <a:endParaRPr/>
          </a:p>
          <a:p>
            <a:pPr lvl="0" indent="-342900" rtl="0" marL="457200" algn="l">
              <a:spcBef>
                <a:spcPts val="0"/>
              </a:spcBef>
              <a:spcAft>
                <a:spcPts val="0"/>
              </a:spcAft>
              <a:buSzPts val="1800"/>
              <a:buChar char="●"/>
            </a:pPr>
            <a:r>
              <a:rPr noProof="1" lang="ja"/>
              <a:t>From 15:00 on 4/12.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54" id="254"/>
        <p:cNvGrpSpPr/>
        <p:nvPr/>
      </p:nvGrpSpPr>
      <p:grpSpPr>
        <a:xfrm>
          <a:off x="0" y="0"/>
          <a:ext cx="0" cy="0"/>
          <a:chOff x="0" y="0"/>
          <a:chExt cx="0" cy="0"/>
        </a:xfrm>
      </p:grpSpPr>
      <p:sp>
        <p:nvSpPr>
          <p:cNvPr name="Google Shape;255;p40" id="255"/>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p>
            <a:pPr lvl="0" indent="0" rtl="0" marL="0" algn="ctr">
              <a:spcBef>
                <a:spcPts val="0"/>
              </a:spcBef>
              <a:spcAft>
                <a:spcPts val="0"/>
              </a:spcAft>
              <a:buNone/>
            </a:pPr>
            <a:r>
              <a:rPr noProof="1" lang="ja"/>
              <a:t>2024-04-12</a:t>
            </a:r>
            <a:endParaRPr/>
          </a:p>
          <a:p>
            <a:pPr lvl="0" indent="0" rtl="0" marL="0" algn="ctr">
              <a:spcBef>
                <a:spcPts val="0"/>
              </a:spcBef>
              <a:spcAft>
                <a:spcPts val="0"/>
              </a:spcAft>
              <a:buNone/>
            </a:pPr>
            <a:r>
              <a:rPr noProof="1" lang="ja"/>
              <a:t>For the automotive and telecommunications industries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59" id="259"/>
        <p:cNvGrpSpPr/>
        <p:nvPr/>
      </p:nvGrpSpPr>
      <p:grpSpPr>
        <a:xfrm>
          <a:off x="0" y="0"/>
          <a:ext cx="0" cy="0"/>
          <a:chOff x="0" y="0"/>
          <a:chExt cx="0" cy="0"/>
        </a:xfrm>
      </p:grpSpPr>
      <p:sp>
        <p:nvSpPr>
          <p:cNvPr name="Google Shape;260;p41" id="260"/>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61;p41" id="261"/>
          <p:cNvSpPr txBox="1"/>
          <p:nvPr>
            <p:ph idx="1" type="body"/>
          </p:nvPr>
        </p:nvSpPr>
        <p:spPr>
          <a:xfrm>
            <a:off x="311700" y="1225225"/>
            <a:ext cx="4310100" cy="3354000"/>
          </a:xfrm>
          <a:prstGeom prst="rect">
            <a:avLst/>
          </a:prstGeom>
        </p:spPr>
        <p:txBody>
          <a:bodyPr lIns="91425" bIns="91425" anchor="t" rIns="91425" anchorCtr="0" wrap="square" spcFirstLastPara="1" tIns="91425">
            <a:normAutofit lnSpcReduction="20000" fontScale="92500"/>
          </a:bodyPr>
          <a:lstStyle/>
          <a:p>
            <a:pPr lvl="0" indent="-334327" rtl="0" marL="457200" algn="l">
              <a:spcBef>
                <a:spcPts val="0"/>
              </a:spcBef>
              <a:spcAft>
                <a:spcPts val="0"/>
              </a:spcAft>
              <a:buSzPct val="100000"/>
              <a:buChar char="●"/>
            </a:pPr>
            <a:r>
              <a:rPr noProof="1" lang="ja"/>
              <a:t>The OSS community is important in both the telecommunication and automotive industries.</a:t>
            </a:r>
            <a:endParaRPr/>
          </a:p>
          <a:p>
            <a:pPr lvl="0" indent="-334327" rtl="0" marL="457200" algn="l">
              <a:spcBef>
                <a:spcPts val="0"/>
              </a:spcBef>
              <a:spcAft>
                <a:spcPts val="0"/>
              </a:spcAft>
              <a:buSzPct val="100000"/>
              <a:buChar char="●"/>
            </a:pPr>
            <a:r>
              <a:rPr noProof="1" lang="ja"/>
              <a:t>We are trying to find an OSS strategy.</a:t>
            </a:r>
            <a:endParaRPr/>
          </a:p>
          <a:p>
            <a:pPr lvl="1" indent="-310832" rtl="0" marL="914400" algn="l">
              <a:spcBef>
                <a:spcPts val="0"/>
              </a:spcBef>
              <a:spcAft>
                <a:spcPts val="0"/>
              </a:spcAft>
              <a:buSzPct val="100000"/>
              <a:buChar char="○"/>
            </a:pPr>
            <a:r>
              <a:rPr noProof="1" lang="ja"/>
              <a:t>We don't want OSS to disappear, so we recognize the need for activities to help the community remain.</a:t>
            </a:r>
            <a:endParaRPr/>
          </a:p>
          <a:p>
            <a:pPr lvl="0" indent="-334327" rtl="0" marL="457200" algn="l">
              <a:spcBef>
                <a:spcPts val="0"/>
              </a:spcBef>
              <a:spcAft>
                <a:spcPts val="0"/>
              </a:spcAft>
              <a:buSzPct val="100000"/>
              <a:buChar char="●"/>
            </a:pPr>
            <a:r>
              <a:rPr noProof="1" lang="ja"/>
              <a:t>We argue that finished vehicle manufacturers receive finished products from Tier 1.</a:t>
            </a:r>
            <a:endParaRPr/>
          </a:p>
          <a:p>
            <a:pPr lvl="0" indent="-334327" rtl="0" marL="457200" algn="l">
              <a:spcBef>
                <a:spcPts val="0"/>
              </a:spcBef>
              <a:spcAft>
                <a:spcPts val="0"/>
              </a:spcAft>
              <a:buSzPct val="100000"/>
              <a:buChar char="●"/>
            </a:pPr>
            <a:r>
              <a:rPr noProof="1" lang="ja"/>
              <a:t>Industry standards are made up of the community.</a:t>
            </a:r>
            <a:endParaRPr/>
          </a:p>
          <a:p>
            <a:pPr lvl="1" indent="-310832" rtl="0" marL="914400" algn="l">
              <a:spcBef>
                <a:spcPts val="0"/>
              </a:spcBef>
              <a:spcAft>
                <a:spcPts val="0"/>
              </a:spcAft>
              <a:buSzPct val="100000"/>
              <a:buChar char="○"/>
            </a:pPr>
            <a:r>
              <a:rPr noProof="1" lang="ja"/>
              <a:t>Looking at the big flow over 5 or 10 years, we get the impression that finished product manufacturers/telecommunication carriers are presenting the flow.</a:t>
            </a:r>
            <a:endParaRPr/>
          </a:p>
          <a:p>
            <a:pPr lvl="2" indent="-310832" rtl="0" marL="1371600" algn="l">
              <a:spcBef>
                <a:spcPts val="0"/>
              </a:spcBef>
              <a:spcAft>
                <a:spcPts val="0"/>
              </a:spcAft>
              <a:buSzPct val="100000"/>
              <a:buChar char="■"/>
            </a:pPr>
            <a:r>
              <a:rPr noProof="1" lang="ja"/>
              <a:t>For telecommunication carriers, 3GPP is such a flow.</a:t>
            </a:r>
            <a:endParaRPr/>
          </a:p>
          <a:p>
            <a:pPr lvl="1" indent="-310832" rtl="0" marL="914400" algn="l">
              <a:spcBef>
                <a:spcPts val="0"/>
              </a:spcBef>
              <a:spcAft>
                <a:spcPts val="0"/>
              </a:spcAft>
              <a:buSzPct val="100000"/>
              <a:buChar char="○"/>
            </a:pPr>
            <a:r>
              <a:rPr noProof="1" lang="ja"/>
              <a:t>It is healthy if it is made up of the OSS community including interoperability.</a:t>
            </a:r>
            <a:endParaRPr/>
          </a:p>
        </p:txBody>
      </p:sp>
      <p:pic>
        <p:nvPicPr>
          <p:cNvPr name="Google Shape;262;p41" id="262"/>
          <p:cNvPicPr preferRelativeResize="0"/>
          <p:nvPr/>
        </p:nvPicPr>
        <p:blipFill rotWithShape="1">
          <a:blip r:embed="rId3">
            <a:alphaModFix/>
          </a:blip>
          <a:srcRect b="0" r="0" t="1700" l="0"/>
          <a:stretch/>
        </p:blipFill>
        <p:spPr>
          <a:xfrm>
            <a:off x="4774200" y="1339950"/>
            <a:ext cx="4217399" cy="2324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66" id="266"/>
        <p:cNvGrpSpPr/>
        <p:nvPr/>
      </p:nvGrpSpPr>
      <p:grpSpPr>
        <a:xfrm>
          <a:off x="0" y="0"/>
          <a:ext cx="0" cy="0"/>
          <a:chOff x="0" y="0"/>
          <a:chExt cx="0" cy="0"/>
        </a:xfrm>
      </p:grpSpPr>
      <p:sp>
        <p:nvSpPr>
          <p:cNvPr name="Google Shape;267;p42" id="267"/>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68;p42" id="268"/>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 project to develop and standardize the Teleco API</a:t>
            </a:r>
            <a:endParaRPr/>
          </a:p>
          <a:p>
            <a:pPr lvl="1" indent="-317500" rtl="0" marL="914400" algn="l">
              <a:spcBef>
                <a:spcPts val="0"/>
              </a:spcBef>
              <a:spcAft>
                <a:spcPts val="0"/>
              </a:spcAft>
              <a:buSzPts val="1400"/>
              <a:buChar char="○"/>
            </a:pPr>
            <a:r>
              <a:rPr u="sng" noProof="1" lang="ja">
                <a:solidFill>
                  <a:schemeClr val="hlink"/>
                </a:solidFill>
                <a:hlinkClick r:id="rId3"/>
              </a:rPr>
              <a:t>https://camaraproject.org/</a:t>
            </a:r>
            <a:endParaRPr/>
          </a:p>
          <a:p>
            <a:pPr lvl="1" indent="-317500" rtl="0" marL="914400" algn="l">
              <a:spcBef>
                <a:spcPts val="0"/>
              </a:spcBef>
              <a:spcAft>
                <a:spcPts val="0"/>
              </a:spcAft>
              <a:buSzPts val="1400"/>
              <a:buChar char="○"/>
            </a:pPr>
            <a:r>
              <a:rPr noProof="1" lang="ja"/>
              <a:t>These projects are needed to be interconnected, and leading them would be a good OSS strategy.</a:t>
            </a:r>
            <a:endParaRPr/>
          </a:p>
          <a:p>
            <a:pPr lvl="0" indent="-342900" rtl="0" marL="457200" algn="l">
              <a:spcBef>
                <a:spcPts val="0"/>
              </a:spcBef>
              <a:spcAft>
                <a:spcPts val="0"/>
              </a:spcAft>
              <a:buSzPts val="1800"/>
              <a:buChar char="●"/>
            </a:pPr>
            <a:r>
              <a:rPr noProof="1" lang="ja"/>
              <a:t>How do these cross-industry projects stand up?</a:t>
            </a:r>
            <a:endParaRPr/>
          </a:p>
          <a:p>
            <a:pPr lvl="1" indent="-317500" rtl="0" marL="914400" algn="l">
              <a:spcBef>
                <a:spcPts val="0"/>
              </a:spcBef>
              <a:spcAft>
                <a:spcPts val="0"/>
              </a:spcAft>
              <a:buSzPts val="1400"/>
              <a:buChar char="○"/>
            </a:pPr>
            <a:r>
              <a:rPr noProof="1" lang="ja"/>
              <a:t>They can be brought to The Linux Foundation for discussion.</a:t>
            </a:r>
            <a:endParaRPr/>
          </a:p>
          <a:p>
            <a:pPr lvl="1" indent="-317500" rtl="0" marL="914400" algn="l">
              <a:spcBef>
                <a:spcPts val="0"/>
              </a:spcBef>
              <a:spcAft>
                <a:spcPts val="0"/>
              </a:spcAft>
              <a:buSzPts val="1400"/>
              <a:buChar char="○"/>
            </a:pPr>
            <a:r>
              <a:rPr noProof="1" lang="ja"/>
              <a:t>Who gets the code base for Open Daylight or something.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72" id="272"/>
        <p:cNvGrpSpPr/>
        <p:nvPr/>
      </p:nvGrpSpPr>
      <p:grpSpPr>
        <a:xfrm>
          <a:off x="0" y="0"/>
          <a:ext cx="0" cy="0"/>
          <a:chOff x="0" y="0"/>
          <a:chExt cx="0" cy="0"/>
        </a:xfrm>
      </p:grpSpPr>
      <p:sp>
        <p:nvSpPr>
          <p:cNvPr name="Google Shape;273;p43" id="273"/>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74;p43" id="274"/>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Are there no claims in the SBOM?</a:t>
            </a:r>
            <a:endParaRPr/>
          </a:p>
          <a:p>
            <a:pPr lvl="1" indent="-317500" rtl="0" marL="914400" algn="l">
              <a:spcBef>
                <a:spcPts val="0"/>
              </a:spcBef>
              <a:spcAft>
                <a:spcPts val="0"/>
              </a:spcAft>
              <a:buSzPts val="1400"/>
              <a:buChar char="○"/>
            </a:pPr>
            <a:r>
              <a:rPr noProof="1" lang="ja"/>
              <a:t>What do you do if the software you don't like is included in the SBOM?</a:t>
            </a:r>
            <a:br>
              <a:rPr lang="ja"/>
            </a:br>
            <a:r>
              <a:rPr noProof="1" lang="ja"/>
              <a:t>(Apple and others have certification)</a:t>
            </a:r>
            <a:endParaRPr/>
          </a:p>
          <a:p>
            <a:pPr lvl="1" indent="-317500" rtl="0" marL="914400" algn="l">
              <a:spcBef>
                <a:spcPts val="0"/>
              </a:spcBef>
              <a:spcAft>
                <a:spcPts val="0"/>
              </a:spcAft>
              <a:buSzPts val="1400"/>
              <a:buChar char="○"/>
            </a:pPr>
            <a:r>
              <a:rPr noProof="1" lang="ja"/>
              <a:t>We don't have enough engineers to handle it ・・・</a:t>
            </a:r>
            <a:endParaRPr/>
          </a:p>
          <a:p>
            <a:pPr lvl="1" indent="-317500" rtl="0" marL="914400" algn="l">
              <a:spcBef>
                <a:spcPts val="0"/>
              </a:spcBef>
              <a:spcAft>
                <a:spcPts val="0"/>
              </a:spcAft>
              <a:buSzPts val="1400"/>
              <a:buChar char="○"/>
            </a:pPr>
            <a:r>
              <a:rPr noProof="1" lang="ja"/>
              <a:t>We are aware that there are cases where people ask us not to include this license.</a:t>
            </a:r>
            <a:endParaRPr/>
          </a:p>
          <a:p>
            <a:pPr lvl="0" indent="-342900" rtl="0" marL="457200" algn="l">
              <a:spcBef>
                <a:spcPts val="0"/>
              </a:spcBef>
              <a:spcAft>
                <a:spcPts val="0"/>
              </a:spcAft>
              <a:buSzPts val="1800"/>
              <a:buChar char="●"/>
            </a:pPr>
            <a:r>
              <a:rPr noProof="1" lang="ja"/>
              <a:t>Do telecom operators also have concerns about AGPL?</a:t>
            </a:r>
            <a:endParaRPr/>
          </a:p>
          <a:p>
            <a:pPr lvl="0" indent="-342900" rtl="0" marL="457200" algn="l">
              <a:spcBef>
                <a:spcPts val="0"/>
              </a:spcBef>
              <a:spcAft>
                <a:spcPts val="0"/>
              </a:spcAft>
              <a:buSzPts val="1800"/>
              <a:buChar char="●"/>
            </a:pPr>
            <a:r>
              <a:rPr noProof="1" lang="ja"/>
              <a:t>Can we ask the OSS community to review the license?</a:t>
            </a:r>
            <a:endParaRPr/>
          </a:p>
          <a:p>
            <a:pPr lvl="1" indent="-317500" rtl="0" marL="914400" algn="l">
              <a:spcBef>
                <a:spcPts val="0"/>
              </a:spcBef>
              <a:spcAft>
                <a:spcPts val="0"/>
              </a:spcAft>
              <a:buSzPts val="1400"/>
              <a:buChar char="○"/>
            </a:pPr>
            <a:r>
              <a:rPr noProof="1" lang="ja"/>
              <a:t>If the range of usage expands, it will be important to change the license to suit the usage.</a:t>
            </a:r>
            <a:endParaRPr/>
          </a:p>
          <a:p>
            <a:pPr lvl="0" indent="-342900" rtl="0" marL="457200" algn="l">
              <a:spcBef>
                <a:spcPts val="0"/>
              </a:spcBef>
              <a:spcAft>
                <a:spcPts val="0"/>
              </a:spcAft>
              <a:buSzPts val="1800"/>
              <a:buChar char="●"/>
            </a:pPr>
            <a:r>
              <a:rPr noProof="1" lang="ja"/>
              <a:t>As SBOM develops, it will become clear which OSS is used.</a:t>
            </a:r>
            <a:endParaRPr/>
          </a:p>
          <a:p>
            <a:pPr lvl="1" indent="-317500" rtl="0" marL="914400" algn="l">
              <a:spcBef>
                <a:spcPts val="0"/>
              </a:spcBef>
              <a:spcAft>
                <a:spcPts val="0"/>
              </a:spcAft>
              <a:buSzPts val="1400"/>
              <a:buChar char="○"/>
            </a:pPr>
            <a:r>
              <a:rPr noProof="1" lang="ja"/>
              <a:t>You can rank OSS that are important to your business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78" id="278"/>
        <p:cNvGrpSpPr/>
        <p:nvPr/>
      </p:nvGrpSpPr>
      <p:grpSpPr>
        <a:xfrm>
          <a:off x="0" y="0"/>
          <a:ext cx="0" cy="0"/>
          <a:chOff x="0" y="0"/>
          <a:chExt cx="0" cy="0"/>
        </a:xfrm>
      </p:grpSpPr>
      <p:sp>
        <p:nvSpPr>
          <p:cNvPr name="Google Shape;279;p44" id="27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80;p44" id="280"/>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I want SBOM generation at build time. </a:t>
            </a:r>
            <a:r>
              <a:rPr noProof="1" lang="ja"/>
              <a:t>I submit requests to the OSS community.</a:t>
            </a:r>
            <a:endParaRPr/>
          </a:p>
          <a:p>
            <a:pPr lvl="1" indent="-317500" rtl="0" marL="914400" algn="l">
              <a:spcBef>
                <a:spcPts val="0"/>
              </a:spcBef>
              <a:spcAft>
                <a:spcPts val="0"/>
              </a:spcAft>
              <a:buSzPts val="1400"/>
              <a:buChar char="○"/>
            </a:pPr>
            <a:r>
              <a:rPr noProof="1" lang="ja"/>
              <a:t>The OSS community across the business considers it important.</a:t>
            </a:r>
            <a:endParaRPr/>
          </a:p>
          <a:p>
            <a:pPr lvl="1" indent="-317500" rtl="0" marL="914400" algn="l">
              <a:spcBef>
                <a:spcPts val="0"/>
              </a:spcBef>
              <a:spcAft>
                <a:spcPts val="0"/>
              </a:spcAft>
              <a:buSzPts val="1400"/>
              <a:buChar char="○"/>
            </a:pPr>
            <a:r>
              <a:rPr noProof="1" lang="ja"/>
              <a:t>Imitation of the first mover</a:t>
            </a:r>
            <a:endParaRPr/>
          </a:p>
          <a:p>
            <a:pPr lvl="1" indent="-317500" rtl="0" marL="914400" algn="l">
              <a:spcBef>
                <a:spcPts val="0"/>
              </a:spcBef>
              <a:spcAft>
                <a:spcPts val="0"/>
              </a:spcAft>
              <a:buSzPts val="1400"/>
              <a:buChar char="○"/>
            </a:pPr>
            <a:r>
              <a:rPr noProof="1" lang="ja">
                <a:solidFill>
                  <a:srgbClr val="FF0000"/>
                </a:solidFill>
              </a:rPr>
              <a:t>👉</a:t>
            </a:r>
            <a:r>
              <a:rPr noProof="1" lang="ja"/>
              <a:t> It is important that the OSS community that our company considers important is widely used in business, so I think it is an OSS strategy to give opinions to such business-related OSS.</a:t>
            </a:r>
            <a:endParaRPr/>
          </a:p>
          <a:p>
            <a:pPr lvl="0" indent="-342900" rtl="0" marL="457200" algn="l">
              <a:spcBef>
                <a:spcPts val="0"/>
              </a:spcBef>
              <a:spcAft>
                <a:spcPts val="0"/>
              </a:spcAft>
              <a:buSzPts val="1800"/>
              <a:buChar char="●"/>
            </a:pPr>
            <a:r>
              <a:rPr noProof="1" lang="ja"/>
              <a:t>Do you ever request OSS activities to client companies?</a:t>
            </a:r>
            <a:endParaRPr/>
          </a:p>
          <a:p>
            <a:pPr lvl="1" indent="-317500" rtl="0" marL="914400" algn="l">
              <a:spcBef>
                <a:spcPts val="0"/>
              </a:spcBef>
              <a:spcAft>
                <a:spcPts val="0"/>
              </a:spcAft>
              <a:buSzPts val="1400"/>
              <a:buChar char="○"/>
            </a:pPr>
            <a:r>
              <a:rPr noProof="1" lang="ja"/>
              <a:t>Not now. </a:t>
            </a:r>
            <a:r>
              <a:rPr noProof="1" lang="ja"/>
              <a:t>We do not request work to companies in contract relationships, and we contribute according to licenses.</a:t>
            </a:r>
            <a:endParaRPr/>
          </a:p>
          <a:p>
            <a:pPr lvl="1" indent="-317500" rtl="0" marL="914400" algn="l">
              <a:spcBef>
                <a:spcPts val="0"/>
              </a:spcBef>
              <a:spcAft>
                <a:spcPts val="0"/>
              </a:spcAft>
              <a:buSzPts val="1400"/>
              <a:buChar char="○"/>
            </a:pPr>
            <a:r>
              <a:rPr noProof="1" lang="ja"/>
              <a:t>How about requesting OSS activities in the form of giving back to the community (making efforts)?</a:t>
            </a:r>
            <a:endParaRPr/>
          </a:p>
          <a:p>
            <a:pPr lvl="1" indent="-317500" rtl="0" marL="914400" algn="l">
              <a:spcBef>
                <a:spcPts val="0"/>
              </a:spcBef>
              <a:spcAft>
                <a:spcPts val="0"/>
              </a:spcAft>
              <a:buSzPts val="1400"/>
              <a:buChar char="○"/>
            </a:pPr>
            <a:r>
              <a:rPr noProof="1" lang="ja"/>
              <a:t>By contract ・・・ (I want to create a culture of contribution throughout the industry)</a:t>
            </a:r>
            <a:endParaRPr/>
          </a:p>
          <a:p>
            <a:pPr lvl="1" indent="-317500" rtl="0" marL="914400" algn="l">
              <a:spcBef>
                <a:spcPts val="0"/>
              </a:spcBef>
              <a:spcAft>
                <a:spcPts val="0"/>
              </a:spcAft>
              <a:buSzPts val="1400"/>
              <a:buChar char="○"/>
            </a:pPr>
            <a:r>
              <a:rPr noProof="1" lang="ja">
                <a:solidFill>
                  <a:srgbClr val="FF0000"/>
                </a:solidFill>
              </a:rPr>
              <a:t>👉</a:t>
            </a:r>
            <a:r>
              <a:rPr noProof="1" lang="ja"/>
              <a:t> When we put special functions into OSS and delivered it, we were asked to choose between adding the maintenance cost of the patch every time we upgrade or giving back the developed patch to the community to reduce the cost. </a:t>
            </a:r>
            <a:r>
              <a:rPr noProof="1" lang="ja"/>
              <a:t>We were mostly allowed to give back to the community.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84" id="284"/>
        <p:cNvGrpSpPr/>
        <p:nvPr/>
      </p:nvGrpSpPr>
      <p:grpSpPr>
        <a:xfrm>
          <a:off x="0" y="0"/>
          <a:ext cx="0" cy="0"/>
          <a:chOff x="0" y="0"/>
          <a:chExt cx="0" cy="0"/>
        </a:xfrm>
      </p:grpSpPr>
      <p:sp>
        <p:nvSpPr>
          <p:cNvPr name="Google Shape;285;p45" id="285"/>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p>
            <a:pPr lvl="0" indent="0" rtl="0" marL="0" algn="ctr">
              <a:spcBef>
                <a:spcPts val="0"/>
              </a:spcBef>
              <a:spcAft>
                <a:spcPts val="0"/>
              </a:spcAft>
              <a:buNone/>
            </a:pPr>
            <a:r>
              <a:rPr noProof="1" lang="ja"/>
              <a:t>2024-05-10</a:t>
            </a:r>
            <a:endParaRPr/>
          </a:p>
          <a:p>
            <a:pPr lvl="0" indent="0" rtl="0" marL="0" algn="ctr">
              <a:spcBef>
                <a:spcPts val="0"/>
              </a:spcBef>
              <a:spcAft>
                <a:spcPts val="0"/>
              </a:spcAft>
              <a:buNone/>
            </a:pPr>
            <a:r>
              <a:rPr noProof="1" lang="ja"/>
              <a:t>For semiconductor vendors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89" id="289"/>
        <p:cNvGrpSpPr/>
        <p:nvPr/>
      </p:nvGrpSpPr>
      <p:grpSpPr>
        <a:xfrm>
          <a:off x="0" y="0"/>
          <a:ext cx="0" cy="0"/>
          <a:chOff x="0" y="0"/>
          <a:chExt cx="0" cy="0"/>
        </a:xfrm>
      </p:grpSpPr>
      <p:sp>
        <p:nvSpPr>
          <p:cNvPr name="Google Shape;290;p46" id="290"/>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2024-05-10</a:t>
            </a:r>
            <a:endParaRPr/>
          </a:p>
        </p:txBody>
      </p:sp>
      <p:sp>
        <p:nvSpPr>
          <p:cNvPr name="Google Shape;291;p46" id="291"/>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Business: Suppliers to build boxes</a:t>
            </a:r>
            <a:endParaRPr/>
          </a:p>
          <a:p>
            <a:pPr lvl="1" indent="-317500" rtl="0" marL="914400" algn="l">
              <a:spcBef>
                <a:spcPts val="0"/>
              </a:spcBef>
              <a:spcAft>
                <a:spcPts val="0"/>
              </a:spcAft>
              <a:buSzPts val="1400"/>
              <a:buChar char="○"/>
            </a:pPr>
            <a:r>
              <a:rPr noProof="1" lang="ja"/>
              <a:t>Profit and software are separate, not directly linked</a:t>
            </a:r>
            <a:endParaRPr/>
          </a:p>
          <a:p>
            <a:pPr lvl="1" indent="-317500" rtl="0" marL="914400" algn="l">
              <a:spcBef>
                <a:spcPts val="0"/>
              </a:spcBef>
              <a:spcAft>
                <a:spcPts val="0"/>
              </a:spcAft>
              <a:buSzPts val="1400"/>
              <a:buChar char="○"/>
            </a:pPr>
            <a:r>
              <a:rPr noProof="1" lang="ja"/>
              <a:t>Midstream as a supply chain. </a:t>
            </a:r>
            <a:r>
              <a:rPr noProof="1" lang="ja"/>
              <a:t>Receive from upstream IP vendors and wholesale to downstream manufacturers.</a:t>
            </a:r>
            <a:endParaRPr/>
          </a:p>
          <a:p>
            <a:pPr lvl="0" indent="-342900" rtl="0" marL="457200" algn="l">
              <a:spcBef>
                <a:spcPts val="0"/>
              </a:spcBef>
              <a:spcAft>
                <a:spcPts val="0"/>
              </a:spcAft>
              <a:buSzPts val="1800"/>
              <a:buChar char="●"/>
            </a:pPr>
            <a:r>
              <a:rPr noProof="1" lang="ja"/>
              <a:t>Moving from standards first to OSS first</a:t>
            </a:r>
            <a:endParaRPr/>
          </a:p>
          <a:p>
            <a:pPr lvl="0" indent="-342900" rtl="0" marL="457200" algn="l">
              <a:spcBef>
                <a:spcPts val="0"/>
              </a:spcBef>
              <a:spcAft>
                <a:spcPts val="0"/>
              </a:spcAft>
              <a:buSzPts val="1800"/>
              <a:buChar char="●"/>
            </a:pPr>
            <a:r>
              <a:rPr noProof="1" lang="ja"/>
              <a:t>What will you do to the OSS community?</a:t>
            </a:r>
            <a:endParaRPr/>
          </a:p>
          <a:p>
            <a:pPr lvl="1" indent="-317500" rtl="0" marL="914400" algn="l">
              <a:spcBef>
                <a:spcPts val="0"/>
              </a:spcBef>
              <a:spcAft>
                <a:spcPts val="0"/>
              </a:spcAft>
              <a:buSzPts val="1400"/>
              <a:buChar char="○"/>
            </a:pPr>
            <a:r>
              <a:rPr noProof="1" lang="ja"/>
              <a:t>Fostering, sponsorship</a:t>
            </a:r>
            <a:endParaRPr/>
          </a:p>
          <a:p>
            <a:pPr lvl="1" indent="-317500" rtl="0" marL="914400" algn="l">
              <a:spcBef>
                <a:spcPts val="0"/>
              </a:spcBef>
              <a:spcAft>
                <a:spcPts val="0"/>
              </a:spcAft>
              <a:buSzPts val="1400"/>
              <a:buChar char="○"/>
            </a:pPr>
            <a:r>
              <a:rPr noProof="1" lang="ja"/>
              <a:t>Create a community. </a:t>
            </a:r>
            <a:r>
              <a:rPr noProof="1" lang="ja"/>
              <a:t>Hosting.</a:t>
            </a:r>
            <a:endParaRPr/>
          </a:p>
          <a:p>
            <a:pPr lvl="0" indent="-342900" rtl="0" marL="457200" algn="l">
              <a:spcBef>
                <a:spcPts val="0"/>
              </a:spcBef>
              <a:spcAft>
                <a:spcPts val="0"/>
              </a:spcAft>
              <a:buSzPts val="1800"/>
              <a:buChar char="●"/>
            </a:pPr>
            <a:r>
              <a:rPr noProof="1" lang="ja"/>
              <a:t>Many companies such as Intel and NVidia participate in projects under LF.</a:t>
            </a:r>
            <a:endParaRPr/>
          </a:p>
          <a:p>
            <a:pPr lvl="1" indent="-317500" rtl="0" marL="914400" algn="l">
              <a:spcBef>
                <a:spcPts val="0"/>
              </a:spcBef>
              <a:spcAft>
                <a:spcPts val="0"/>
              </a:spcAft>
              <a:buSzPts val="1400"/>
              <a:buChar char="○"/>
            </a:pPr>
            <a:r>
              <a:rPr noProof="1" lang="ja"/>
              <a:t>Fostering is an action to keep their own semiconductors available</a:t>
            </a:r>
            <a:endParaRPr/>
          </a:p>
          <a:p>
            <a:pPr lvl="1" indent="-317500" rtl="0" marL="914400" algn="l">
              <a:spcBef>
                <a:spcPts val="0"/>
              </a:spcBef>
              <a:spcAft>
                <a:spcPts val="0"/>
              </a:spcAft>
              <a:buSzPts val="1400"/>
              <a:buChar char="○"/>
            </a:pPr>
            <a:r>
              <a:rPr noProof="1" lang="ja"/>
              <a:t>I want them to be included in the larger community as maintenance.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95" id="295"/>
        <p:cNvGrpSpPr/>
        <p:nvPr/>
      </p:nvGrpSpPr>
      <p:grpSpPr>
        <a:xfrm>
          <a:off x="0" y="0"/>
          <a:ext cx="0" cy="0"/>
          <a:chOff x="0" y="0"/>
          <a:chExt cx="0" cy="0"/>
        </a:xfrm>
      </p:grpSpPr>
      <p:sp>
        <p:nvSpPr>
          <p:cNvPr name="Google Shape;296;p47" id="296"/>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2024-05-10</a:t>
            </a:r>
            <a:endParaRPr/>
          </a:p>
        </p:txBody>
      </p:sp>
      <p:sp>
        <p:nvSpPr>
          <p:cNvPr name="Google Shape;297;p47" id="297"/>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ARM is launching a non-profit around Linaro</a:t>
            </a:r>
            <a:endParaRPr/>
          </a:p>
          <a:p>
            <a:pPr lvl="1" indent="-317500" rtl="0" marL="914400" algn="l">
              <a:spcBef>
                <a:spcPts val="0"/>
              </a:spcBef>
              <a:spcAft>
                <a:spcPts val="0"/>
              </a:spcAft>
              <a:buSzPts val="1400"/>
              <a:buChar char="○"/>
            </a:pPr>
            <a:r>
              <a:rPr noProof="1" lang="ja"/>
              <a:t>Hiring software engineers from non-profits</a:t>
            </a:r>
            <a:endParaRPr/>
          </a:p>
          <a:p>
            <a:pPr lvl="0" indent="-342900" rtl="0" marL="457200" algn="l">
              <a:spcBef>
                <a:spcPts val="0"/>
              </a:spcBef>
              <a:spcAft>
                <a:spcPts val="0"/>
              </a:spcAft>
              <a:buSzPts val="1800"/>
              <a:buChar char="●"/>
            </a:pPr>
            <a:r>
              <a:rPr noProof="1" lang="ja"/>
              <a:t>It's becoming more important to do things that aren't directly tied to your business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01" id="301"/>
        <p:cNvGrpSpPr/>
        <p:nvPr/>
      </p:nvGrpSpPr>
      <p:grpSpPr>
        <a:xfrm>
          <a:off x="0" y="0"/>
          <a:ext cx="0" cy="0"/>
          <a:chOff x="0" y="0"/>
          <a:chExt cx="0" cy="0"/>
        </a:xfrm>
      </p:grpSpPr>
      <p:sp>
        <p:nvSpPr>
          <p:cNvPr name="Google Shape;302;p48" id="302"/>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p>
            <a:pPr lvl="0" indent="0" rtl="0" marL="0" algn="ctr">
              <a:spcBef>
                <a:spcPts val="0"/>
              </a:spcBef>
              <a:spcAft>
                <a:spcPts val="0"/>
              </a:spcAft>
              <a:buNone/>
            </a:pPr>
            <a:r>
              <a:rPr noProof="1" lang="ja"/>
              <a:t>2024-06-14</a:t>
            </a:r>
            <a:endParaRPr/>
          </a:p>
          <a:p>
            <a:pPr lvl="0" indent="0" rtl="0" marL="0" algn="ctr">
              <a:spcBef>
                <a:spcPts val="0"/>
              </a:spcBef>
              <a:spcAft>
                <a:spcPts val="0"/>
              </a:spcAft>
              <a:buNone/>
            </a:pPr>
            <a:r>
              <a:rPr noProof="1" lang="ja"/>
              <a:t>For online sales services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06" id="306"/>
        <p:cNvGrpSpPr/>
        <p:nvPr/>
      </p:nvGrpSpPr>
      <p:grpSpPr>
        <a:xfrm>
          <a:off x="0" y="0"/>
          <a:ext cx="0" cy="0"/>
          <a:chOff x="0" y="0"/>
          <a:chExt cx="0" cy="0"/>
        </a:xfrm>
      </p:grpSpPr>
      <p:sp>
        <p:nvSpPr>
          <p:cNvPr name="Google Shape;307;p49" id="307"/>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2024-06-14</a:t>
            </a:r>
            <a:endParaRPr/>
          </a:p>
        </p:txBody>
      </p:sp>
      <p:sp>
        <p:nvSpPr>
          <p:cNvPr name="Google Shape;308;p49" id="308"/>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Using OSS for product creation (as expected)</a:t>
            </a:r>
            <a:endParaRPr/>
          </a:p>
          <a:p>
            <a:pPr lvl="1" indent="-317500" rtl="0" marL="914400" algn="l">
              <a:spcBef>
                <a:spcPts val="0"/>
              </a:spcBef>
              <a:spcAft>
                <a:spcPts val="0"/>
              </a:spcAft>
              <a:buSzPts val="1400"/>
              <a:buChar char="○"/>
            </a:pPr>
            <a:r>
              <a:rPr noProof="1" lang="ja"/>
              <a:t>Using OSS as an internal tool</a:t>
            </a:r>
            <a:endParaRPr/>
          </a:p>
          <a:p>
            <a:pPr lvl="2" indent="-317500" rtl="0" marL="1371600" algn="l">
              <a:spcBef>
                <a:spcPts val="0"/>
              </a:spcBef>
              <a:spcAft>
                <a:spcPts val="0"/>
              </a:spcAft>
              <a:buSzPts val="1400"/>
              <a:buChar char="■"/>
            </a:pPr>
            <a:r>
              <a:rPr noProof="1" lang="ja"/>
              <a:t>URL shortening, using OSS as part of a question-answering bot for internal communication tools, etc.</a:t>
            </a:r>
            <a:endParaRPr/>
          </a:p>
          <a:p>
            <a:pPr lvl="1" indent="-317500" rtl="0" marL="914400" algn="l">
              <a:spcBef>
                <a:spcPts val="0"/>
              </a:spcBef>
              <a:spcAft>
                <a:spcPts val="0"/>
              </a:spcAft>
              <a:buSzPts val="1400"/>
              <a:buChar char="○"/>
            </a:pPr>
            <a:r>
              <a:rPr noProof="1" lang="ja"/>
              <a:t>Basic OSS(Python, PHP, etc.) is decided as a sponsor based on the number of uses and importance</a:t>
            </a:r>
            <a:endParaRPr/>
          </a:p>
          <a:p>
            <a:pPr lvl="1" indent="-317500" rtl="0" marL="914400" algn="l">
              <a:spcBef>
                <a:spcPts val="0"/>
              </a:spcBef>
              <a:spcAft>
                <a:spcPts val="0"/>
              </a:spcAft>
              <a:buSzPts val="1400"/>
              <a:buChar char="○"/>
            </a:pPr>
            <a:r>
              <a:rPr noProof="1" lang="ja"/>
              <a:t>Exhibiting a booth at OSS-related events. </a:t>
            </a:r>
            <a:r>
              <a:rPr noProof="1" lang="ja"/>
              <a:t>Advice has been made by engineers, and the company has decided to implement it</a:t>
            </a:r>
            <a:endParaRPr/>
          </a:p>
          <a:p>
            <a:pPr lvl="2" indent="-317500" rtl="0" marL="1371600" algn="l">
              <a:spcBef>
                <a:spcPts val="0"/>
              </a:spcBef>
              <a:spcAft>
                <a:spcPts val="0"/>
              </a:spcAft>
              <a:buSzPts val="1400"/>
              <a:buChar char="■"/>
            </a:pPr>
            <a:r>
              <a:rPr noProof="1" lang="ja"/>
              <a:t>For networking and motivation of engineers</a:t>
            </a:r>
            <a:endParaRPr/>
          </a:p>
          <a:p>
            <a:pPr lvl="2" indent="-317500" rtl="0" marL="1371600" algn="l">
              <a:spcBef>
                <a:spcPts val="0"/>
              </a:spcBef>
              <a:spcAft>
                <a:spcPts val="0"/>
              </a:spcAft>
              <a:buSzPts val="1400"/>
              <a:buChar char="■"/>
            </a:pPr>
            <a:r>
              <a:rPr noProof="1" lang="ja"/>
              <a:t>We try not to make the fact that the company is sponsoring it front and center</a:t>
            </a:r>
            <a:endParaRPr/>
          </a:p>
          <a:p>
            <a:pPr lvl="0" indent="0" rtl="0" marL="0" algn="l">
              <a:spcBef>
                <a:spcPts val="1200"/>
              </a:spcBef>
              <a:spcAft>
                <a:spcPts val="1200"/>
              </a:spcAft>
              <a:buNone/>
            </a:pPr>
            <a:r>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12" id="312"/>
        <p:cNvGrpSpPr/>
        <p:nvPr/>
      </p:nvGrpSpPr>
      <p:grpSpPr>
        <a:xfrm>
          <a:off x="0" y="0"/>
          <a:ext cx="0" cy="0"/>
          <a:chOff x="0" y="0"/>
          <a:chExt cx="0" cy="0"/>
        </a:xfrm>
      </p:grpSpPr>
      <p:sp>
        <p:nvSpPr>
          <p:cNvPr name="Google Shape;313;p50" id="313"/>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2024-06-14</a:t>
            </a:r>
            <a:endParaRPr/>
          </a:p>
        </p:txBody>
      </p:sp>
      <p:sp>
        <p:nvSpPr>
          <p:cNvPr name="Google Shape;314;p50" id="314"/>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There is a clear policy regarding OSS activities</a:t>
            </a:r>
            <a:endParaRPr/>
          </a:p>
          <a:p>
            <a:pPr lvl="1" indent="-317500" rtl="0" marL="914400" algn="l">
              <a:spcBef>
                <a:spcPts val="0"/>
              </a:spcBef>
              <a:spcAft>
                <a:spcPts val="0"/>
              </a:spcAft>
              <a:buSzPts val="1400"/>
              <a:buChar char="○"/>
            </a:pPr>
            <a:r>
              <a:rPr noProof="1" lang="ja"/>
              <a:t>Contributions are allowed. </a:t>
            </a:r>
            <a:r>
              <a:rPr noProof="1" lang="ja"/>
              <a:t>Statistics such as the number of cases are not collected.</a:t>
            </a:r>
            <a:endParaRPr/>
          </a:p>
          <a:p>
            <a:pPr lvl="1" indent="-317500" rtl="0" marL="914400" algn="l">
              <a:spcBef>
                <a:spcPts val="0"/>
              </a:spcBef>
              <a:spcAft>
                <a:spcPts val="0"/>
              </a:spcAft>
              <a:buSzPts val="1400"/>
              <a:buChar char="○"/>
            </a:pPr>
            <a:r>
              <a:rPr noProof="1" lang="ja"/>
              <a:t>We use blogs and videos to show that we are actively using OSS and that we can contribute.</a:t>
            </a:r>
            <a:endParaRPr/>
          </a:p>
          <a:p>
            <a:pPr lvl="1" indent="-317500" rtl="0" marL="914400" algn="l">
              <a:spcBef>
                <a:spcPts val="0"/>
              </a:spcBef>
              <a:spcAft>
                <a:spcPts val="0"/>
              </a:spcAft>
              <a:buSzPts val="1400"/>
              <a:buChar char="○"/>
            </a:pPr>
            <a:r>
              <a:rPr noProof="1" lang="ja"/>
              <a:t>There are no restrictions on activities (to keep engineers motivated)</a:t>
            </a:r>
            <a:endParaRPr/>
          </a:p>
          <a:p>
            <a:pPr lvl="0" indent="-342900" rtl="0" marL="457200" algn="l">
              <a:spcBef>
                <a:spcPts val="0"/>
              </a:spcBef>
              <a:spcAft>
                <a:spcPts val="0"/>
              </a:spcAft>
              <a:buSzPts val="1800"/>
              <a:buChar char="●"/>
            </a:pPr>
            <a:r>
              <a:rPr noProof="1" lang="ja"/>
              <a:t>OSS publishing</a:t>
            </a:r>
            <a:endParaRPr/>
          </a:p>
          <a:p>
            <a:pPr lvl="1" indent="-317500" rtl="0" marL="914400" algn="l">
              <a:spcBef>
                <a:spcPts val="0"/>
              </a:spcBef>
              <a:spcAft>
                <a:spcPts val="0"/>
              </a:spcAft>
              <a:buSzPts val="1400"/>
              <a:buChar char="○"/>
            </a:pPr>
            <a:r>
              <a:rPr noProof="1" lang="ja"/>
              <a:t>We have a company account on Github where we can decide whether to publish.</a:t>
            </a:r>
            <a:endParaRPr/>
          </a:p>
          <a:p>
            <a:pPr lvl="1" indent="-317500" rtl="0" marL="914400" algn="l">
              <a:spcBef>
                <a:spcPts val="0"/>
              </a:spcBef>
              <a:spcAft>
                <a:spcPts val="0"/>
              </a:spcAft>
              <a:buSzPts val="1400"/>
              <a:buChar char="○"/>
            </a:pPr>
            <a:r>
              <a:rPr noProof="1" lang="ja"/>
              <a:t>We have a publishing flow. </a:t>
            </a:r>
            <a:r>
              <a:rPr noProof="1" lang="ja"/>
              <a:t>After a minimum tool check such as license violation, we have automated it so that it can be checked by each department.</a:t>
            </a:r>
            <a:endParaRPr/>
          </a:p>
          <a:p>
            <a:pPr lvl="1" indent="-317500" rtl="0" marL="914400" algn="l">
              <a:spcBef>
                <a:spcPts val="0"/>
              </a:spcBef>
              <a:spcAft>
                <a:spcPts val="0"/>
              </a:spcAft>
              <a:buSzPts val="1400"/>
              <a:buChar char="○"/>
            </a:pPr>
            <a:r>
              <a:rPr noProof="1" lang="ja"/>
              <a:t>Publish in units of github repositories</a:t>
            </a:r>
            <a:endParaRPr/>
          </a:p>
          <a:p>
            <a:pPr lvl="1" indent="-317500" rtl="0" marL="914400" algn="l">
              <a:spcBef>
                <a:spcPts val="0"/>
              </a:spcBef>
              <a:spcAft>
                <a:spcPts val="0"/>
              </a:spcAft>
              <a:buSzPts val="1400"/>
              <a:buChar char="○"/>
            </a:pPr>
            <a:r>
              <a:rPr noProof="1" lang="ja"/>
              <a:t>After publishing, appeal on SNS and blogs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18" id="318"/>
        <p:cNvGrpSpPr/>
        <p:nvPr/>
      </p:nvGrpSpPr>
      <p:grpSpPr>
        <a:xfrm>
          <a:off x="0" y="0"/>
          <a:ext cx="0" cy="0"/>
          <a:chOff x="0" y="0"/>
          <a:chExt cx="0" cy="0"/>
        </a:xfrm>
      </p:grpSpPr>
      <p:sp>
        <p:nvSpPr>
          <p:cNvPr name="Google Shape;319;p51" id="31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2024-06-14</a:t>
            </a:r>
            <a:endParaRPr/>
          </a:p>
        </p:txBody>
      </p:sp>
      <p:sp>
        <p:nvSpPr>
          <p:cNvPr name="Google Shape;320;p51" id="320"/>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OSPO started with engineers raising OSS licensing issues.</a:t>
            </a:r>
            <a:endParaRPr/>
          </a:p>
          <a:p>
            <a:pPr lvl="0" indent="-342900" rtl="0" marL="457200" algn="l">
              <a:spcBef>
                <a:spcPts val="0"/>
              </a:spcBef>
              <a:spcAft>
                <a:spcPts val="0"/>
              </a:spcAft>
              <a:buSzPts val="1800"/>
              <a:buChar char="●"/>
            </a:pPr>
            <a:r>
              <a:rPr noProof="1" lang="ja"/>
              <a:t>Some software is being moved from OSS licenses to Business licenses, which is an issue.</a:t>
            </a:r>
            <a:endParaRPr/>
          </a:p>
          <a:p>
            <a:pPr lvl="1" indent="-317500" rtl="0" marL="914400" algn="l">
              <a:spcBef>
                <a:spcPts val="0"/>
              </a:spcBef>
              <a:spcAft>
                <a:spcPts val="0"/>
              </a:spcAft>
              <a:buSzPts val="1400"/>
              <a:buChar char="○"/>
            </a:pPr>
            <a:r>
              <a:rPr noProof="1" lang="ja"/>
              <a:t>Engineers are on the lookout, and OSPO is contacted (the culture is).</a:t>
            </a:r>
            <a:endParaRPr/>
          </a:p>
          <a:p>
            <a:pPr lvl="1" indent="-317500" rtl="0" marL="914400" algn="l">
              <a:spcBef>
                <a:spcPts val="0"/>
              </a:spcBef>
              <a:spcAft>
                <a:spcPts val="0"/>
              </a:spcAft>
              <a:buSzPts val="1400"/>
              <a:buChar char="○"/>
            </a:pPr>
            <a:r>
              <a:rPr noProof="1" lang="ja"/>
              <a:t>Policy violations in scanning tools are alerted.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24" id="324"/>
        <p:cNvGrpSpPr/>
        <p:nvPr/>
      </p:nvGrpSpPr>
      <p:grpSpPr>
        <a:xfrm>
          <a:off x="0" y="0"/>
          <a:ext cx="0" cy="0"/>
          <a:chOff x="0" y="0"/>
          <a:chExt cx="0" cy="0"/>
        </a:xfrm>
      </p:grpSpPr>
      <p:sp>
        <p:nvSpPr>
          <p:cNvPr name="Google Shape;325;p52" id="325"/>
          <p:cNvSpPr txBox="1"/>
          <p:nvPr>
            <p:ph type="title"/>
          </p:nvPr>
        </p:nvSpPr>
        <p:spPr>
          <a:xfrm>
            <a:off x="265500" y="929275"/>
            <a:ext cx="4045200" cy="17862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Assumed results of issues in persona companies</a:t>
            </a:r>
            <a:endParaRPr/>
          </a:p>
        </p:txBody>
      </p:sp>
      <p:sp>
        <p:nvSpPr>
          <p:cNvPr name="Google Shape;326;p52" id="326"/>
          <p:cNvSpPr txBox="1"/>
          <p:nvPr>
            <p:ph idx="1" type="subTitle"/>
          </p:nvPr>
        </p:nvSpPr>
        <p:spPr>
          <a:xfrm>
            <a:off x="265500" y="2769001"/>
            <a:ext cx="4045200" cy="1574100"/>
          </a:xfrm>
          <a:prstGeom prst="rect">
            <a:avLst/>
          </a:prstGeom>
        </p:spPr>
        <p:txBody>
          <a:bodyPr lIns="91425" bIns="91425" anchor="t" rIns="91425" anchorCtr="0" wrap="square" spcFirstLastPara="1" tIns="91425">
            <a:normAutofit/>
          </a:bodyPr>
          <a:lstStyle/>
          <a:p>
            <a:pPr lvl="0" indent="0" rtl="0" marL="0" algn="ctr">
              <a:spcBef>
                <a:spcPts val="0"/>
              </a:spcBef>
              <a:spcAft>
                <a:spcPts val="0"/>
              </a:spcAft>
              <a:buNone/>
            </a:pPr>
            <a:r>
              <a:t> </a:t>
            </a:r>
            <a:endParaRPr/>
          </a:p>
        </p:txBody>
      </p:sp>
      <p:sp>
        <p:nvSpPr>
          <p:cNvPr name="Google Shape;327;p52" id="327"/>
          <p:cNvSpPr txBox="1"/>
          <p:nvPr/>
        </p:nvSpPr>
        <p:spPr>
          <a:xfrm>
            <a:off x="4846550" y="360575"/>
            <a:ext cx="4045200" cy="1662300"/>
          </a:xfrm>
          <a:prstGeom prst="rect">
            <a:avLst/>
          </a:prstGeom>
          <a:noFill/>
          <a:ln>
            <a:noFill/>
          </a:ln>
        </p:spPr>
        <p:txBody>
          <a:bodyPr lIns="91425" bIns="91425" anchor="t" rIns="91425" anchorCtr="0" wrap="square" spcFirstLastPara="1" tIns="91425">
            <a:spAutoFit/>
          </a:bodyPr>
          <a:lstStyle/>
          <a:p>
            <a:pPr lvl="0" indent="-381000" rtl="0" marL="457200" algn="l">
              <a:spcBef>
                <a:spcPts val="0"/>
              </a:spcBef>
              <a:spcAft>
                <a:spcPts val="0"/>
              </a:spcAft>
              <a:buClr>
                <a:schemeClr val="lt1"/>
              </a:buClr>
              <a:buSzPts val="2400"/>
              <a:buFont typeface="Economica"/>
              <a:buChar char="●"/>
            </a:pPr>
            <a:r>
              <a:rPr sz="1920" noProof="1" lang="ja">
                <a:solidFill>
                  <a:schemeClr val="lt1"/>
                </a:solidFill>
                <a:latin typeface="Economica"/>
                <a:ea typeface="Economica"/>
                <a:cs typeface="Economica"/>
                <a:sym typeface="Economica"/>
              </a:rPr>
              <a:t>Contribution activities have many common elements</a:t>
            </a:r>
            <a:endParaRPr sz="1920">
              <a:solidFill>
                <a:schemeClr val="lt1"/>
              </a:solidFill>
              <a:latin typeface="Economica"/>
              <a:ea typeface="Economica"/>
              <a:cs typeface="Economica"/>
              <a:sym typeface="Economica"/>
            </a:endParaRPr>
          </a:p>
          <a:p>
            <a:pPr lvl="0" indent="-381000" rtl="0" marL="457200" algn="l">
              <a:spcBef>
                <a:spcPts val="0"/>
              </a:spcBef>
              <a:spcAft>
                <a:spcPts val="0"/>
              </a:spcAft>
              <a:buClr>
                <a:schemeClr val="lt1"/>
              </a:buClr>
              <a:buSzPts val="2400"/>
              <a:buFont typeface="Economica"/>
              <a:buChar char="●"/>
            </a:pPr>
            <a:r>
              <a:rPr sz="1920" noProof="1" lang="ja">
                <a:solidFill>
                  <a:schemeClr val="lt1"/>
                </a:solidFill>
                <a:latin typeface="Economica"/>
                <a:ea typeface="Economica"/>
                <a:cs typeface="Economica"/>
                <a:sym typeface="Economica"/>
              </a:rPr>
              <a:t>Each persona company has a different degree of impact</a:t>
            </a:r>
            <a:endParaRPr sz="1920">
              <a:solidFill>
                <a:schemeClr val="lt1"/>
              </a:solidFill>
              <a:latin typeface="Economica"/>
              <a:ea typeface="Economica"/>
              <a:cs typeface="Economica"/>
              <a:sym typeface="Economic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331" id="331"/>
        <p:cNvGrpSpPr/>
        <p:nvPr/>
      </p:nvGrpSpPr>
      <p:grpSpPr>
        <a:xfrm>
          <a:off x="0" y="0"/>
          <a:ext cx="0" cy="0"/>
          <a:chOff x="0" y="0"/>
          <a:chExt cx="0" cy="0"/>
        </a:xfrm>
      </p:grpSpPr>
      <p:sp>
        <p:nvSpPr>
          <p:cNvPr name="Google Shape;332;p53" id="332"/>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OSS Strategy &amp; Hosting</a:t>
            </a:r>
            <a:endParaRPr/>
          </a:p>
        </p:txBody>
      </p:sp>
      <p:sp>
        <p:nvSpPr>
          <p:cNvPr name="Google Shape;333;p53" id="333"/>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4"/>
              </a:buClr>
              <a:buSzPts val="1800"/>
              <a:buChar char="■"/>
            </a:pPr>
            <a:r>
              <a:rPr noProof="1" lang="ja"/>
              <a:t>of contribution activities and their impact in each persona company.</a:t>
            </a:r>
            <a:br>
              <a:rPr lang="ja"/>
            </a:br>
            <a:r>
              <a:rPr noProof="1" lang="ja"/>
              <a:t>We are discussing the weighting</a:t>
            </a:r>
            <a:endParaRPr/>
          </a:p>
          <a:p>
            <a:pPr lvl="0" indent="-342900" rtl="0" marL="457200" algn="l">
              <a:spcBef>
                <a:spcPts val="0"/>
              </a:spcBef>
              <a:spcAft>
                <a:spcPts val="0"/>
              </a:spcAft>
              <a:buClr>
                <a:schemeClr val="accent4"/>
              </a:buClr>
              <a:buSzPts val="1800"/>
              <a:buChar char="■"/>
            </a:pPr>
            <a:r>
              <a:rPr noProof="1" lang="ja"/>
              <a:t>Please join us</a:t>
            </a:r>
            <a:br>
              <a:rPr lang="ja"/>
            </a:br>
            <a:r>
              <a:rPr noProof="1" lang="ja"/>
              <a:t>(</a:t>
            </a:r>
            <a:r>
              <a:rPr u="sng" noProof="1" lang="ja">
                <a:solidFill>
                  <a:schemeClr val="hlink"/>
                </a:solidFill>
                <a:hlinkClick r:id="rId3"/>
              </a:rPr>
              <a:t>URL</a:t>
            </a:r>
            <a:r>
              <a:rPr noProof="1" lang="ja"/>
              <a:t>)</a:t>
            </a:r>
            <a:endParaRPr/>
          </a:p>
        </p:txBody>
      </p:sp>
      <p:pic>
        <p:nvPicPr>
          <p:cNvPr name="Google Shape;334;p53" id="334"/>
          <p:cNvPicPr preferRelativeResize="0"/>
          <p:nvPr/>
        </p:nvPicPr>
        <p:blipFill>
          <a:blip r:embed="rId4">
            <a:alphaModFix/>
          </a:blip>
          <a:stretch>
            <a:fillRect/>
          </a:stretch>
        </p:blipFill>
        <p:spPr>
          <a:xfrm>
            <a:off x="3005750" y="1743350"/>
            <a:ext cx="5880725" cy="2862100"/>
          </a:xfrm>
          <a:prstGeom prst="rect">
            <a:avLst/>
          </a:prstGeom>
          <a:noFill/>
          <a:ln cmpd="sng" cap="flat" w="9525">
            <a:solidFill>
              <a:schemeClr val="dk2"/>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338" id="338"/>
        <p:cNvGrpSpPr/>
        <p:nvPr/>
      </p:nvGrpSpPr>
      <p:grpSpPr>
        <a:xfrm>
          <a:off x="0" y="0"/>
          <a:ext cx="0" cy="0"/>
          <a:chOff x="0" y="0"/>
          <a:chExt cx="0" cy="0"/>
        </a:xfrm>
      </p:grpSpPr>
      <p:sp>
        <p:nvSpPr>
          <p:cNvPr name="Google Shape;339;p54" id="33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December Agenda</a:t>
            </a:r>
            <a:endParaRPr/>
          </a:p>
        </p:txBody>
      </p:sp>
      <p:sp>
        <p:nvSpPr>
          <p:cNvPr name="Google Shape;340;p54" id="34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10000"/>
          </a:bodyPr>
          <a:lstStyle/>
          <a:p>
            <a:pPr lvl="0" indent="-342900" rtl="0" marL="457200" algn="l">
              <a:spcBef>
                <a:spcPts val="0"/>
              </a:spcBef>
              <a:spcAft>
                <a:spcPts val="0"/>
              </a:spcAft>
              <a:buSzPts val="1800"/>
              <a:buChar char="●"/>
            </a:pPr>
            <a:r>
              <a:rPr noProof="1" lang="ja"/>
              <a:t>12/19 (Fri) 15:00 ~</a:t>
            </a:r>
            <a:endParaRPr/>
          </a:p>
          <a:p>
            <a:pPr lvl="1" indent="-317500" rtl="0" marL="914400" algn="l">
              <a:spcBef>
                <a:spcPts val="0"/>
              </a:spcBef>
              <a:spcAft>
                <a:spcPts val="0"/>
              </a:spcAft>
              <a:buSzPts val="1400"/>
              <a:buChar char="○"/>
            </a:pPr>
            <a:r>
              <a:rPr noProof="1" lang="ja"/>
              <a:t>Organizing the objectives of "weighting OSS activities"</a:t>
            </a:r>
            <a:endParaRPr/>
          </a:p>
          <a:p>
            <a:pPr lvl="2" indent="-317500" rtl="0" marL="1371600" algn="l">
              <a:spcBef>
                <a:spcPts val="0"/>
              </a:spcBef>
              <a:spcAft>
                <a:spcPts val="0"/>
              </a:spcAft>
              <a:buSzPts val="1400"/>
              <a:buChar char="■"/>
            </a:pPr>
            <a:r>
              <a:rPr noProof="1" lang="ja"/>
              <a:t>I summarized it for the LF Japan Community Days the other day, but if I just extract the high priority, I feel inadequate explanation and strange.</a:t>
            </a:r>
            <a:endParaRPr/>
          </a:p>
          <a:p>
            <a:pPr lvl="3" indent="-317500" rtl="0" marL="1828800" algn="l">
              <a:spcBef>
                <a:spcPts val="0"/>
              </a:spcBef>
              <a:spcAft>
                <a:spcPts val="0"/>
              </a:spcAft>
              <a:buSzPts val="1400"/>
              <a:buChar char="●"/>
            </a:pPr>
            <a:r>
              <a:rPr noProof="1" lang="ja"/>
              <a:t>Don't you need a background story?</a:t>
            </a:r>
            <a:endParaRPr/>
          </a:p>
          <a:p>
            <a:pPr lvl="2" indent="-317500" rtl="0" marL="1371600" algn="l">
              <a:spcBef>
                <a:spcPts val="0"/>
              </a:spcBef>
              <a:spcAft>
                <a:spcPts val="0"/>
              </a:spcAft>
              <a:buSzPts val="1400"/>
              <a:buChar char="■"/>
            </a:pPr>
            <a:r>
              <a:rPr noProof="1" lang="ja"/>
              <a:t>Proceed with organizing the stack and indicators of "objectives of persona companies and industry fields" and reorganize persona companies based on that.</a:t>
            </a:r>
            <a:endParaRPr/>
          </a:p>
          <a:p>
            <a:pPr lvl="1" indent="-317500" rtl="0" marL="914400" algn="l">
              <a:spcBef>
                <a:spcPts val="0"/>
              </a:spcBef>
              <a:spcAft>
                <a:spcPts val="0"/>
              </a:spcAft>
              <a:buSzPts val="1400"/>
              <a:buChar char="○"/>
            </a:pPr>
            <a:r>
              <a:rPr noProof="1" lang="ja"/>
              <a:t>About the LT to introduce OSPO start-up cases</a:t>
            </a:r>
            <a:endParaRPr/>
          </a:p>
          <a:p>
            <a:pPr lvl="2" indent="-317500" rtl="0" marL="1371600" algn="l">
              <a:spcBef>
                <a:spcPts val="0"/>
              </a:spcBef>
              <a:spcAft>
                <a:spcPts val="0"/>
              </a:spcAft>
              <a:buSzPts val="1400"/>
              <a:buChar char="■"/>
            </a:pPr>
            <a:r>
              <a:rPr noProof="1" lang="ja"/>
              <a:t>I want to do it at the OSPO Japan WG event</a:t>
            </a:r>
            <a:endParaRPr/>
          </a:p>
          <a:p>
            <a:pPr lvl="2" indent="-317500" rtl="0" marL="1371600" algn="l">
              <a:spcBef>
                <a:spcPts val="0"/>
              </a:spcBef>
              <a:spcAft>
                <a:spcPts val="0"/>
              </a:spcAft>
              <a:buSzPts val="1400"/>
              <a:buChar char="■"/>
            </a:pPr>
            <a:r>
              <a:rPr noProof="1" lang="ja"/>
              <a:t>Introduced at LF Japan Community Days and OSSJ joint session</a:t>
            </a:r>
            <a:endParaRPr/>
          </a:p>
          <a:p>
            <a:pPr lvl="2" indent="-317500" rtl="0" marL="1371600" algn="l">
              <a:spcBef>
                <a:spcPts val="0"/>
              </a:spcBef>
              <a:spcAft>
                <a:spcPts val="0"/>
              </a:spcAft>
              <a:buSzPts val="1400"/>
              <a:buChar char="■"/>
            </a:pPr>
            <a:r>
              <a:rPr noProof="1" lang="ja"/>
              <a:t>It might be good to have IPA introduce it too</a:t>
            </a:r>
            <a:endParaRPr/>
          </a:p>
          <a:p>
            <a:pPr lvl="3" indent="-317500" rtl="0" marL="1828800" algn="l">
              <a:spcBef>
                <a:spcPts val="0"/>
              </a:spcBef>
              <a:spcAft>
                <a:spcPts val="0"/>
              </a:spcAft>
              <a:buSzPts val="1400"/>
              <a:buChar char="●"/>
            </a:pPr>
            <a:r>
              <a:rPr u="sng" noProof="1" lang="ja">
                <a:solidFill>
                  <a:schemeClr val="hlink"/>
                </a:solidFill>
                <a:hlinkClick r:id="rId3"/>
              </a:rPr>
              <a:t>https://www.ipa.go.jp/event/2025/briefing-ospo-workshop20251002.html</a:t>
            </a:r>
            <a:endParaRPr/>
          </a:p>
          <a:p>
            <a:pPr lvl="1" indent="-317500" rtl="0" marL="914400" algn="l">
              <a:spcBef>
                <a:spcPts val="0"/>
              </a:spcBef>
              <a:spcAft>
                <a:spcPts val="0"/>
              </a:spcAft>
              <a:buSzPts val="1400"/>
              <a:buChar char="○"/>
            </a:pPr>
            <a:r>
              <a:rPr noProof="1" lang="ja"/>
              <a:t>continuation of the discussion on how to organize</a:t>
            </a:r>
            <a:endParaRPr/>
          </a:p>
        </p:txBody>
      </p:sp>
      <p:sp>
        <p:nvSpPr>
          <p:cNvPr name="Google Shape;341;p54" id="341"/>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345" id="345"/>
        <p:cNvGrpSpPr/>
        <p:nvPr/>
      </p:nvGrpSpPr>
      <p:grpSpPr>
        <a:xfrm>
          <a:off x="0" y="0"/>
          <a:ext cx="0" cy="0"/>
          <a:chOff x="0" y="0"/>
          <a:chExt cx="0" cy="0"/>
        </a:xfrm>
      </p:grpSpPr>
      <p:sp>
        <p:nvSpPr>
          <p:cNvPr name="Google Shape;346;p55" id="346"/>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347;p55" id="347"/>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1/9 (Fri) 15:00 ~</a:t>
            </a:r>
            <a:endParaRPr/>
          </a:p>
          <a:p>
            <a:pPr lvl="1" indent="-317500" rtl="0" marL="914400" algn="l">
              <a:spcBef>
                <a:spcPts val="0"/>
              </a:spcBef>
              <a:spcAft>
                <a:spcPts val="0"/>
              </a:spcAft>
              <a:buSzPts val="1400"/>
              <a:buChar char="○"/>
            </a:pPr>
            <a:r>
              <a:rPr noProof="1" lang="ja"/>
              <a:t>Organizing the aim of "weighting OSS activities"</a:t>
            </a:r>
            <a:endParaRPr/>
          </a:p>
          <a:p>
            <a:pPr lvl="2" indent="-317500" rtl="0" marL="1371600" algn="l">
              <a:spcBef>
                <a:spcPts val="0"/>
              </a:spcBef>
              <a:spcAft>
                <a:spcPts val="0"/>
              </a:spcAft>
              <a:buSzPts val="1400"/>
              <a:buChar char="■"/>
            </a:pPr>
            <a:r>
              <a:rPr noProof="1" lang="ja"/>
              <a:t>Organizing the common parts and parts by persona</a:t>
            </a:r>
            <a:endParaRPr/>
          </a:p>
          <a:p>
            <a:pPr lvl="2" indent="-317500" rtl="0" marL="1371600" algn="l">
              <a:spcBef>
                <a:spcPts val="0"/>
              </a:spcBef>
              <a:spcAft>
                <a:spcPts val="0"/>
              </a:spcAft>
              <a:buSzPts val="1400"/>
              <a:buChar char="■"/>
            </a:pPr>
            <a:r>
              <a:rPr noProof="1" lang="ja"/>
              <a:t>Continuing to fill in the gaps</a:t>
            </a:r>
            <a:endParaRPr/>
          </a:p>
          <a:p>
            <a:pPr lvl="1" indent="-317500" rtl="0" marL="914400" algn="l">
              <a:spcBef>
                <a:spcPts val="0"/>
              </a:spcBef>
              <a:spcAft>
                <a:spcPts val="0"/>
              </a:spcAft>
              <a:buSzPts val="1400"/>
              <a:buChar char="○"/>
            </a:pPr>
            <a:r>
              <a:rPr noProof="1" lang="ja"/>
              <a:t>How to put it together Continuing the discussion</a:t>
            </a:r>
            <a:endParaRPr/>
          </a:p>
        </p:txBody>
      </p:sp>
      <p:sp>
        <p:nvSpPr>
          <p:cNvPr name="Google Shape;348;p55" id="34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52" id="352"/>
        <p:cNvGrpSpPr/>
        <p:nvPr/>
      </p:nvGrpSpPr>
      <p:grpSpPr>
        <a:xfrm>
          <a:off x="0" y="0"/>
          <a:ext cx="0" cy="0"/>
          <a:chOff x="0" y="0"/>
          <a:chExt cx="0" cy="0"/>
        </a:xfrm>
      </p:grpSpPr>
      <p:sp>
        <p:nvSpPr>
          <p:cNvPr name="Google Shape;353;p56" id="35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November Agenda</a:t>
            </a:r>
            <a:endParaRPr/>
          </a:p>
        </p:txBody>
      </p:sp>
      <p:sp>
        <p:nvSpPr>
          <p:cNvPr name="Google Shape;354;p56" id="35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10000"/>
          </a:bodyPr>
          <a:lstStyle/>
          <a:p>
            <a:pPr lvl="0" indent="-342900" rtl="0" marL="457200" algn="l">
              <a:spcBef>
                <a:spcPts val="0"/>
              </a:spcBef>
              <a:spcAft>
                <a:spcPts val="0"/>
              </a:spcAft>
              <a:buSzPts val="1800"/>
              <a:buChar char="●"/>
            </a:pPr>
            <a:r>
              <a:rPr noProof="1" lang="ja"/>
              <a:t>11/14 (Fri) 15:00 ~</a:t>
            </a:r>
            <a:endParaRPr/>
          </a:p>
          <a:p>
            <a:pPr lvl="1" indent="-317500" rtl="0" marL="914400" algn="l">
              <a:spcBef>
                <a:spcPts val="0"/>
              </a:spcBef>
              <a:spcAft>
                <a:spcPts val="0"/>
              </a:spcAft>
              <a:buSzPts val="1400"/>
              <a:buChar char="○"/>
            </a:pPr>
            <a:r>
              <a:rPr noProof="1" lang="ja"/>
              <a:t>Organizing the objectives of "weighting OSS activities"</a:t>
            </a:r>
            <a:endParaRPr/>
          </a:p>
          <a:p>
            <a:pPr lvl="2" indent="-317500" rtl="0" marL="1371600" algn="l">
              <a:spcBef>
                <a:spcPts val="0"/>
              </a:spcBef>
              <a:spcAft>
                <a:spcPts val="0"/>
              </a:spcAft>
              <a:buSzPts val="1400"/>
              <a:buChar char="■"/>
            </a:pPr>
            <a:r>
              <a:rPr noProof="1" lang="ja"/>
              <a:t>I summarized it for the LF Japan Community Days the other day, but if I just extract the high priority, I feel inadequate explanation and strange.</a:t>
            </a:r>
            <a:endParaRPr/>
          </a:p>
          <a:p>
            <a:pPr lvl="3" indent="-317500" rtl="0" marL="1828800" algn="l">
              <a:spcBef>
                <a:spcPts val="0"/>
              </a:spcBef>
              <a:spcAft>
                <a:spcPts val="0"/>
              </a:spcAft>
              <a:buSzPts val="1400"/>
              <a:buChar char="●"/>
            </a:pPr>
            <a:r>
              <a:rPr noProof="1" lang="ja"/>
              <a:t>Don't you need a background story?</a:t>
            </a:r>
            <a:endParaRPr/>
          </a:p>
          <a:p>
            <a:pPr lvl="2" indent="-317500" rtl="0" marL="1371600" algn="l">
              <a:spcBef>
                <a:spcPts val="0"/>
              </a:spcBef>
              <a:spcAft>
                <a:spcPts val="0"/>
              </a:spcAft>
              <a:buSzPts val="1400"/>
              <a:buChar char="■"/>
            </a:pPr>
            <a:r>
              <a:rPr noProof="1" lang="ja"/>
              <a:t>Proceed with organizing the stack and indicators of "objectives of persona companies and industry fields" and reorganize persona companies based on that.</a:t>
            </a:r>
            <a:endParaRPr/>
          </a:p>
          <a:p>
            <a:pPr lvl="1" indent="-317500" rtl="0" marL="914400" algn="l">
              <a:spcBef>
                <a:spcPts val="0"/>
              </a:spcBef>
              <a:spcAft>
                <a:spcPts val="0"/>
              </a:spcAft>
              <a:buSzPts val="1400"/>
              <a:buChar char="○"/>
            </a:pPr>
            <a:r>
              <a:rPr noProof="1" lang="ja"/>
              <a:t>About the LT to introduce OSPO start-up cases</a:t>
            </a:r>
            <a:endParaRPr/>
          </a:p>
          <a:p>
            <a:pPr lvl="2" indent="-317500" rtl="0" marL="1371600" algn="l">
              <a:spcBef>
                <a:spcPts val="0"/>
              </a:spcBef>
              <a:spcAft>
                <a:spcPts val="0"/>
              </a:spcAft>
              <a:buSzPts val="1400"/>
              <a:buChar char="■"/>
            </a:pPr>
            <a:r>
              <a:rPr noProof="1" lang="ja"/>
              <a:t>I want to do it at the OSPO Japan WG event</a:t>
            </a:r>
            <a:endParaRPr/>
          </a:p>
          <a:p>
            <a:pPr lvl="2" indent="-317500" rtl="0" marL="1371600" algn="l">
              <a:spcBef>
                <a:spcPts val="0"/>
              </a:spcBef>
              <a:spcAft>
                <a:spcPts val="0"/>
              </a:spcAft>
              <a:buSzPts val="1400"/>
              <a:buChar char="■"/>
            </a:pPr>
            <a:r>
              <a:rPr noProof="1" lang="ja"/>
              <a:t>Introduced at LF Japan Community Days and OSSJ joint session</a:t>
            </a:r>
            <a:endParaRPr/>
          </a:p>
          <a:p>
            <a:pPr lvl="2" indent="-317500" rtl="0" marL="1371600" algn="l">
              <a:spcBef>
                <a:spcPts val="0"/>
              </a:spcBef>
              <a:spcAft>
                <a:spcPts val="0"/>
              </a:spcAft>
              <a:buSzPts val="1400"/>
              <a:buChar char="■"/>
            </a:pPr>
            <a:r>
              <a:rPr noProof="1" lang="ja"/>
              <a:t>It might be good to have IPA introduce it too</a:t>
            </a:r>
            <a:endParaRPr/>
          </a:p>
          <a:p>
            <a:pPr lvl="3" indent="-317500" rtl="0" marL="1828800" algn="l">
              <a:spcBef>
                <a:spcPts val="0"/>
              </a:spcBef>
              <a:spcAft>
                <a:spcPts val="0"/>
              </a:spcAft>
              <a:buSzPts val="1400"/>
              <a:buChar char="●"/>
            </a:pPr>
            <a:r>
              <a:rPr u="sng" noProof="1" lang="ja">
                <a:solidFill>
                  <a:schemeClr val="hlink"/>
                </a:solidFill>
                <a:hlinkClick r:id="rId3"/>
              </a:rPr>
              <a:t>https://www.ipa.go.jp/event/2025/briefing-ospo-workshop20251002.html</a:t>
            </a:r>
            <a:endParaRPr/>
          </a:p>
          <a:p>
            <a:pPr lvl="1" indent="-317500" rtl="0" marL="914400" algn="l">
              <a:spcBef>
                <a:spcPts val="0"/>
              </a:spcBef>
              <a:spcAft>
                <a:spcPts val="0"/>
              </a:spcAft>
              <a:buSzPts val="1400"/>
              <a:buChar char="○"/>
            </a:pPr>
            <a:r>
              <a:rPr noProof="1" lang="ja"/>
              <a:t>continuation of the discussion on how to organize</a:t>
            </a:r>
            <a:endParaRPr/>
          </a:p>
        </p:txBody>
      </p:sp>
      <p:sp>
        <p:nvSpPr>
          <p:cNvPr name="Google Shape;355;p56" id="355"/>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59" id="359"/>
        <p:cNvGrpSpPr/>
        <p:nvPr/>
      </p:nvGrpSpPr>
      <p:grpSpPr>
        <a:xfrm>
          <a:off x="0" y="0"/>
          <a:ext cx="0" cy="0"/>
          <a:chOff x="0" y="0"/>
          <a:chExt cx="0" cy="0"/>
        </a:xfrm>
      </p:grpSpPr>
      <p:sp>
        <p:nvSpPr>
          <p:cNvPr name="Google Shape;360;p57" id="360"/>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October Agenda</a:t>
            </a:r>
            <a:endParaRPr/>
          </a:p>
        </p:txBody>
      </p:sp>
      <p:sp>
        <p:nvSpPr>
          <p:cNvPr name="Google Shape;361;p57" id="361"/>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fontScale="70000"/>
          </a:bodyPr>
          <a:lstStyle/>
          <a:p>
            <a:pPr lvl="0" indent="-308610" rtl="0" marL="457200" algn="l">
              <a:spcBef>
                <a:spcPts val="0"/>
              </a:spcBef>
              <a:spcAft>
                <a:spcPts val="0"/>
              </a:spcAft>
              <a:buSzPct val="100000"/>
              <a:buChar char="●"/>
            </a:pPr>
            <a:r>
              <a:rPr noProof="1" lang="ja"/>
              <a:t>10/10 (Fri) 15:00 ~</a:t>
            </a:r>
            <a:endParaRPr/>
          </a:p>
          <a:p>
            <a:pPr lvl="1" indent="-290830" rtl="0" marL="914400" algn="l">
              <a:spcBef>
                <a:spcPts val="0"/>
              </a:spcBef>
              <a:spcAft>
                <a:spcPts val="0"/>
              </a:spcAft>
              <a:buSzPct val="100000"/>
              <a:buChar char="○"/>
            </a:pPr>
            <a:r>
              <a:rPr noProof="1" lang="ja"/>
              <a:t>Organizing the Aims of Weighting OSS Activities</a:t>
            </a:r>
            <a:endParaRPr/>
          </a:p>
          <a:p>
            <a:pPr lvl="2" indent="-290830" rtl="0" marL="1371600" algn="l">
              <a:spcBef>
                <a:spcPts val="0"/>
              </a:spcBef>
              <a:spcAft>
                <a:spcPts val="0"/>
              </a:spcAft>
              <a:buSzPct val="100000"/>
              <a:buChar char="■"/>
            </a:pPr>
            <a:r>
              <a:rPr noProof="1" lang="ja"/>
              <a:t>Organizing the stack and indicators of the Aims of Persona Companies and Industry Fields, and reorganizing Persona Companies based on that</a:t>
            </a:r>
            <a:endParaRPr/>
          </a:p>
          <a:p>
            <a:pPr lvl="2" indent="-290830" rtl="0" marL="1371600" algn="l">
              <a:spcBef>
                <a:spcPts val="0"/>
              </a:spcBef>
              <a:spcAft>
                <a:spcPts val="0"/>
              </a:spcAft>
              <a:buSzPct val="100000"/>
              <a:buChar char="■"/>
            </a:pPr>
            <a:r>
              <a:rPr noProof="1" lang="ja"/>
              <a:t>Reflecting the opinions received based on this draft, I would like to brush up the weighting of Persona Companies toward the final version.</a:t>
            </a:r>
            <a:endParaRPr/>
          </a:p>
          <a:p>
            <a:pPr lvl="2" indent="-290830" rtl="0" marL="1371600" algn="l">
              <a:spcBef>
                <a:spcPts val="0"/>
              </a:spcBef>
              <a:spcAft>
                <a:spcPts val="0"/>
              </a:spcAft>
              <a:buSzPct val="100000"/>
              <a:buChar char="■"/>
            </a:pPr>
            <a:r>
              <a:rPr noProof="1" lang="ja"/>
              <a:t>Furthermore, for companies that want to host OSS in-house, the approach will change from Persona Companies to what kind of strategies they take using OSS.</a:t>
            </a:r>
            <a:endParaRPr/>
          </a:p>
          <a:p>
            <a:pPr lvl="1" indent="-290830" rtl="0" marL="914400" algn="l">
              <a:spcBef>
                <a:spcPts val="0"/>
              </a:spcBef>
              <a:spcAft>
                <a:spcPts val="0"/>
              </a:spcAft>
              <a:buSzPct val="100000"/>
              <a:buChar char="○"/>
            </a:pPr>
            <a:r>
              <a:rPr noProof="1" lang="ja"/>
              <a:t>LT on OSPO Start-up Case Study</a:t>
            </a:r>
            <a:endParaRPr/>
          </a:p>
          <a:p>
            <a:pPr lvl="2" indent="-290830" rtl="0" marL="1371600" algn="l">
              <a:spcBef>
                <a:spcPts val="0"/>
              </a:spcBef>
              <a:spcAft>
                <a:spcPts val="0"/>
              </a:spcAft>
              <a:buSzPct val="100000"/>
              <a:buChar char="■"/>
            </a:pPr>
            <a:r>
              <a:rPr noProof="1" lang="ja"/>
              <a:t>I would like to do it at the OSPO Japan WG event</a:t>
            </a:r>
            <a:endParaRPr/>
          </a:p>
          <a:p>
            <a:pPr lvl="2" indent="-290830" rtl="0" marL="1371600" algn="l">
              <a:spcBef>
                <a:spcPts val="0"/>
              </a:spcBef>
              <a:spcAft>
                <a:spcPts val="0"/>
              </a:spcAft>
              <a:buSzPct val="100000"/>
              <a:buChar char="■"/>
            </a:pPr>
            <a:r>
              <a:rPr noProof="1" lang="ja"/>
              <a:t>I would like to introduce it at LF Japan Community Days and OSSJ joint session</a:t>
            </a:r>
            <a:endParaRPr/>
          </a:p>
          <a:p>
            <a:pPr lvl="2" indent="-290830" rtl="0" marL="1371600" algn="l">
              <a:spcBef>
                <a:spcPts val="0"/>
              </a:spcBef>
              <a:spcAft>
                <a:spcPts val="0"/>
              </a:spcAft>
              <a:buSzPct val="100000"/>
              <a:buChar char="■"/>
            </a:pPr>
            <a:r>
              <a:rPr noProof="1" lang="ja"/>
              <a:t>It might be a good idea to have IPA introduce it as well</a:t>
            </a:r>
            <a:endParaRPr/>
          </a:p>
          <a:p>
            <a:pPr lvl="3" indent="-290830" rtl="0" marL="1828800" algn="l">
              <a:spcBef>
                <a:spcPts val="0"/>
              </a:spcBef>
              <a:spcAft>
                <a:spcPts val="0"/>
              </a:spcAft>
              <a:buSzPct val="100000"/>
              <a:buChar char="●"/>
            </a:pPr>
            <a:r>
              <a:rPr u="sng" noProof="1" lang="ja">
                <a:solidFill>
                  <a:schemeClr val="hlink"/>
                </a:solidFill>
                <a:hlinkClick r:id="rId3"/>
              </a:rPr>
              <a:t>https://www.ipa.go.jp/event/2025/briefing-ospo-workshop20251002.html</a:t>
            </a:r>
            <a:endParaRPr/>
          </a:p>
          <a:p>
            <a:pPr lvl="1" indent="-290830" rtl="0" marL="914400" algn="l">
              <a:spcBef>
                <a:spcPts val="0"/>
              </a:spcBef>
              <a:spcAft>
                <a:spcPts val="0"/>
              </a:spcAft>
              <a:buSzPct val="100000"/>
              <a:buChar char="○"/>
            </a:pPr>
            <a:r>
              <a:rPr noProof="1" lang="ja"/>
              <a:t>Launch of OSPO</a:t>
            </a:r>
            <a:endParaRPr/>
          </a:p>
          <a:p>
            <a:pPr lvl="2" indent="-290830" rtl="0" marL="1371600" algn="l">
              <a:spcBef>
                <a:spcPts val="0"/>
              </a:spcBef>
              <a:spcAft>
                <a:spcPts val="0"/>
              </a:spcAft>
              <a:buSzPct val="100000"/>
              <a:buChar char="■"/>
            </a:pPr>
            <a:r>
              <a:rPr noProof="1" lang="ja"/>
              <a:t>LACK OF EXECUTIVE BUY-IN was mentioned in the 2025 report</a:t>
            </a:r>
            <a:endParaRPr/>
          </a:p>
          <a:p>
            <a:pPr lvl="3" indent="-290830" rtl="0" marL="1828800" algn="l">
              <a:spcBef>
                <a:spcPts val="0"/>
              </a:spcBef>
              <a:spcAft>
                <a:spcPts val="0"/>
              </a:spcAft>
              <a:buSzPct val="100000"/>
              <a:buChar char="●"/>
            </a:pPr>
            <a:r>
              <a:rPr u="sng" noProof="1" lang="ja">
                <a:solidFill>
                  <a:schemeClr val="hlink"/>
                </a:solidFill>
                <a:hlinkClick r:id="rId4"/>
              </a:rPr>
              <a:t>https://www.linuxfoundation.org/hubfs/Research%20Reports/LFResearch_StateofOSPO_082025.pdf?hsLang=en</a:t>
            </a:r>
            <a:endParaRPr/>
          </a:p>
          <a:p>
            <a:pPr lvl="1" indent="-290830" rtl="0" marL="914400" algn="l">
              <a:spcBef>
                <a:spcPts val="0"/>
              </a:spcBef>
              <a:spcAft>
                <a:spcPts val="0"/>
              </a:spcAft>
              <a:buSzPct val="100000"/>
              <a:buChar char="○"/>
            </a:pPr>
            <a:r>
              <a:rPr noProof="1" lang="ja"/>
              <a:t>What is the relationship between AI and OSPO?</a:t>
            </a:r>
            <a:endParaRPr/>
          </a:p>
          <a:p>
            <a:pPr lvl="2" indent="-290830" rtl="0" marL="1371600" algn="l">
              <a:spcBef>
                <a:spcPts val="0"/>
              </a:spcBef>
              <a:spcAft>
                <a:spcPts val="0"/>
              </a:spcAft>
              <a:buSzPct val="100000"/>
              <a:buChar char="■"/>
            </a:pPr>
            <a:r>
              <a:rPr noProof="1" lang="ja"/>
              <a:t>OSPO is asked because they are concerned about licensing</a:t>
            </a:r>
            <a:endParaRPr/>
          </a:p>
          <a:p>
            <a:pPr lvl="2" indent="-290830" rtl="0" marL="1371600" algn="l">
              <a:spcBef>
                <a:spcPts val="0"/>
              </a:spcBef>
              <a:spcAft>
                <a:spcPts val="0"/>
              </a:spcAft>
              <a:buSzPct val="100000"/>
              <a:buChar char="■"/>
            </a:pPr>
            <a:r>
              <a:rPr noProof="1" lang="ja"/>
              <a:t>OSS is asked because it is essential to advance AI strategy</a:t>
            </a:r>
            <a:endParaRPr/>
          </a:p>
          <a:p>
            <a:pPr lvl="2" indent="-290830" rtl="0" marL="1371600" algn="l">
              <a:spcBef>
                <a:spcPts val="0"/>
              </a:spcBef>
              <a:spcAft>
                <a:spcPts val="0"/>
              </a:spcAft>
              <a:buSzPct val="100000"/>
              <a:buChar char="■"/>
            </a:pPr>
            <a:r>
              <a:rPr noProof="1" lang="ja"/>
              <a:t>OSPO is asked because it is related to Open Data</a:t>
            </a:r>
            <a:endParaRPr/>
          </a:p>
          <a:p>
            <a:pPr lvl="2" indent="-290830" rtl="0" marL="1371600" algn="l">
              <a:spcBef>
                <a:spcPts val="0"/>
              </a:spcBef>
              <a:spcAft>
                <a:spcPts val="0"/>
              </a:spcAft>
              <a:buSzPct val="100000"/>
              <a:buChar char="■"/>
            </a:pPr>
            <a:r>
              <a:rPr noProof="1" lang="ja"/>
              <a:t>OSPO is asked if there is no AI department?</a:t>
            </a:r>
            <a:endParaRPr/>
          </a:p>
          <a:p>
            <a:pPr lvl="1" indent="-290830" rtl="0" marL="914400" algn="l">
              <a:spcBef>
                <a:spcPts val="0"/>
              </a:spcBef>
              <a:spcAft>
                <a:spcPts val="0"/>
              </a:spcAft>
              <a:buSzPct val="100000"/>
              <a:buChar char="○"/>
            </a:pPr>
            <a:r>
              <a:rPr noProof="1" lang="ja"/>
              <a:t>How to wrap up The discussion continues</a:t>
            </a:r>
            <a:endParaRPr/>
          </a:p>
        </p:txBody>
      </p:sp>
      <p:sp>
        <p:nvSpPr>
          <p:cNvPr name="Google Shape;362;p57" id="362"/>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66" id="366"/>
        <p:cNvGrpSpPr/>
        <p:nvPr/>
      </p:nvGrpSpPr>
      <p:grpSpPr>
        <a:xfrm>
          <a:off x="0" y="0"/>
          <a:ext cx="0" cy="0"/>
          <a:chOff x="0" y="0"/>
          <a:chExt cx="0" cy="0"/>
        </a:xfrm>
      </p:grpSpPr>
      <p:sp>
        <p:nvSpPr>
          <p:cNvPr name="Google Shape;367;p58" id="367"/>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September Agenda</a:t>
            </a:r>
            <a:endParaRPr/>
          </a:p>
        </p:txBody>
      </p:sp>
      <p:sp>
        <p:nvSpPr>
          <p:cNvPr name="Google Shape;368;p58" id="36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9/12? </a:t>
            </a:r>
            <a:r>
              <a:rPr noProof="1" lang="ja"/>
              <a:t>(Fri) 15:00 ~</a:t>
            </a:r>
            <a:endParaRPr/>
          </a:p>
          <a:p>
            <a:pPr lvl="1" indent="-317500" rtl="0" marL="914400" algn="l">
              <a:spcBef>
                <a:spcPts val="0"/>
              </a:spcBef>
              <a:spcAft>
                <a:spcPts val="0"/>
              </a:spcAft>
              <a:buSzPts val="1400"/>
              <a:buChar char="○"/>
            </a:pPr>
            <a:r>
              <a:rPr noProof="1" lang="ja"/>
              <a:t>Organizing the Aims of Weighting OSS Activities</a:t>
            </a:r>
            <a:endParaRPr/>
          </a:p>
          <a:p>
            <a:pPr lvl="2" indent="-317500" rtl="0" marL="1371600" algn="l">
              <a:spcBef>
                <a:spcPts val="0"/>
              </a:spcBef>
              <a:spcAft>
                <a:spcPts val="0"/>
              </a:spcAft>
              <a:buSzPts val="1400"/>
              <a:buChar char="■"/>
            </a:pPr>
            <a:r>
              <a:rPr noProof="1" lang="ja"/>
              <a:t>Organizing the stack and indicators of the Aims of Persona Companies and Industry Fields, and reorganizing Persona Companies based on that</a:t>
            </a:r>
            <a:endParaRPr/>
          </a:p>
          <a:p>
            <a:pPr lvl="2" indent="-317500" rtl="0" marL="1371600" algn="l">
              <a:spcBef>
                <a:spcPts val="0"/>
              </a:spcBef>
              <a:spcAft>
                <a:spcPts val="0"/>
              </a:spcAft>
              <a:buSzPts val="1400"/>
              <a:buChar char="■"/>
            </a:pPr>
            <a:r>
              <a:rPr noProof="1" lang="ja"/>
              <a:t>Reflecting the opinions received based on this draft, I would like to brush up the weighting of Persona Companies toward the final version.</a:t>
            </a:r>
            <a:endParaRPr/>
          </a:p>
          <a:p>
            <a:pPr lvl="2" indent="-317500" rtl="0" marL="1371600" algn="l">
              <a:spcBef>
                <a:spcPts val="0"/>
              </a:spcBef>
              <a:spcAft>
                <a:spcPts val="0"/>
              </a:spcAft>
              <a:buSzPts val="1400"/>
              <a:buChar char="■"/>
            </a:pPr>
            <a:r>
              <a:rPr noProof="1" lang="ja"/>
              <a:t>Furthermore, for companies that want to host OSS in-house, the approach will change from Persona Companies to what kind of strategies they take using OSS.</a:t>
            </a:r>
            <a:endParaRPr/>
          </a:p>
          <a:p>
            <a:pPr lvl="1" indent="-317500" rtl="0" marL="914400" algn="l">
              <a:spcBef>
                <a:spcPts val="0"/>
              </a:spcBef>
              <a:spcAft>
                <a:spcPts val="0"/>
              </a:spcAft>
              <a:buSzPts val="1400"/>
              <a:buChar char="○"/>
            </a:pPr>
            <a:r>
              <a:rPr noProof="1" lang="ja"/>
              <a:t>Continuing the discussion on how to summarize</a:t>
            </a:r>
            <a:endParaRPr/>
          </a:p>
        </p:txBody>
      </p:sp>
      <p:sp>
        <p:nvSpPr>
          <p:cNvPr name="Google Shape;369;p58" id="369"/>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73" id="373"/>
        <p:cNvGrpSpPr/>
        <p:nvPr/>
      </p:nvGrpSpPr>
      <p:grpSpPr>
        <a:xfrm>
          <a:off x="0" y="0"/>
          <a:ext cx="0" cy="0"/>
          <a:chOff x="0" y="0"/>
          <a:chExt cx="0" cy="0"/>
        </a:xfrm>
      </p:grpSpPr>
      <p:sp>
        <p:nvSpPr>
          <p:cNvPr name="Google Shape;374;p59" id="374"/>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August Agenda</a:t>
            </a:r>
            <a:endParaRPr/>
          </a:p>
        </p:txBody>
      </p:sp>
      <p:sp>
        <p:nvSpPr>
          <p:cNvPr name="Google Shape;375;p59" id="375"/>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8/8 (Fri) 15:00 ~</a:t>
            </a:r>
            <a:endParaRPr/>
          </a:p>
          <a:p>
            <a:pPr lvl="1" indent="-317500" rtl="0" marL="914400" algn="l">
              <a:spcBef>
                <a:spcPts val="0"/>
              </a:spcBef>
              <a:spcAft>
                <a:spcPts val="0"/>
              </a:spcAft>
              <a:buSzPts val="1400"/>
              <a:buChar char="○"/>
            </a:pPr>
            <a:r>
              <a:rPr noProof="1" lang="ja"/>
              <a:t>Arrangement of "OSS Activity Weighting" Objectives</a:t>
            </a:r>
            <a:endParaRPr/>
          </a:p>
          <a:p>
            <a:pPr lvl="2" indent="-317500" rtl="0" marL="1371600" algn="l">
              <a:spcBef>
                <a:spcPts val="0"/>
              </a:spcBef>
              <a:spcAft>
                <a:spcPts val="0"/>
              </a:spcAft>
              <a:buSzPts val="1400"/>
              <a:buChar char="■"/>
            </a:pPr>
            <a:r>
              <a:rPr noProof="1" lang="ja"/>
              <a:t>Proceed to organize the "Objectives of Persona Companies and Industry Fields" stack and indicators, and reorganize Persona Companies based on that</a:t>
            </a:r>
            <a:endParaRPr/>
          </a:p>
          <a:p>
            <a:pPr lvl="2" indent="-317500" rtl="0" marL="1371600" algn="l">
              <a:spcBef>
                <a:spcPts val="0"/>
              </a:spcBef>
              <a:spcAft>
                <a:spcPts val="0"/>
              </a:spcAft>
              <a:buSzPts val="1400"/>
              <a:buChar char="■"/>
            </a:pPr>
            <a:r>
              <a:rPr noProof="1" lang="ja"/>
              <a:t>Based on the discussion up to today, review and shape the weighting based on the reorganized version of Persona Companies</a:t>
            </a:r>
            <a:endParaRPr/>
          </a:p>
          <a:p>
            <a:pPr lvl="1" indent="-317500" rtl="0" marL="914400" algn="l">
              <a:spcBef>
                <a:spcPts val="0"/>
              </a:spcBef>
              <a:spcAft>
                <a:spcPts val="0"/>
              </a:spcAft>
              <a:buSzPts val="1400"/>
              <a:buChar char="○"/>
            </a:pPr>
            <a:r>
              <a:rPr noProof="1" lang="ja"/>
              <a:t>Summary Continuation of the discussion</a:t>
            </a:r>
            <a:endParaRPr/>
          </a:p>
        </p:txBody>
      </p:sp>
      <p:sp>
        <p:nvSpPr>
          <p:cNvPr name="Google Shape;376;p59" id="376"/>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80" id="380"/>
        <p:cNvGrpSpPr/>
        <p:nvPr/>
      </p:nvGrpSpPr>
      <p:grpSpPr>
        <a:xfrm>
          <a:off x="0" y="0"/>
          <a:ext cx="0" cy="0"/>
          <a:chOff x="0" y="0"/>
          <a:chExt cx="0" cy="0"/>
        </a:xfrm>
      </p:grpSpPr>
      <p:sp>
        <p:nvSpPr>
          <p:cNvPr name="Google Shape;381;p60" id="381"/>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June Agenda</a:t>
            </a:r>
            <a:endParaRPr/>
          </a:p>
        </p:txBody>
      </p:sp>
      <p:sp>
        <p:nvSpPr>
          <p:cNvPr name="Google Shape;382;p60" id="38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6/13 (Fri) 15:00 ~</a:t>
            </a:r>
            <a:endParaRPr/>
          </a:p>
          <a:p>
            <a:pPr lvl="1" indent="-317500" rtl="0" marL="914400" algn="l">
              <a:spcBef>
                <a:spcPts val="0"/>
              </a:spcBef>
              <a:spcAft>
                <a:spcPts val="0"/>
              </a:spcAft>
              <a:buSzPts val="1400"/>
              <a:buChar char="○"/>
            </a:pPr>
            <a:r>
              <a:rPr noProof="1" lang="ja"/>
              <a:t>Arrangement of "OSS activity weighting" objectives</a:t>
            </a:r>
            <a:endParaRPr/>
          </a:p>
          <a:p>
            <a:pPr lvl="2" indent="-317500" rtl="0" marL="1371600" algn="l">
              <a:spcBef>
                <a:spcPts val="0"/>
              </a:spcBef>
              <a:spcAft>
                <a:spcPts val="0"/>
              </a:spcAft>
              <a:buSzPts val="1400"/>
              <a:buChar char="■"/>
            </a:pPr>
            <a:r>
              <a:rPr noProof="1" lang="ja"/>
              <a:t>Proceed with the arrangement of stacks and indicators of "objectives of persona companies and industry fields (for arrangement)" and rearrange persona companies based on them</a:t>
            </a:r>
            <a:endParaRPr/>
          </a:p>
          <a:p>
            <a:pPr lvl="2" indent="-317500" rtl="0" marL="1371600" algn="l">
              <a:spcBef>
                <a:spcPts val="0"/>
              </a:spcBef>
              <a:spcAft>
                <a:spcPts val="0"/>
              </a:spcAft>
              <a:buSzPts val="1400"/>
              <a:buChar char="■"/>
            </a:pPr>
            <a:r>
              <a:rPr noProof="1" lang="ja"/>
              <a:t>Based on the discussions up to today, we will make a draft of the rearranged version of persona companies (Takanori)</a:t>
            </a:r>
            <a:endParaRPr/>
          </a:p>
          <a:p>
            <a:pPr lvl="1" indent="-317500" rtl="0" marL="914400" algn="l">
              <a:spcBef>
                <a:spcPts val="0"/>
              </a:spcBef>
              <a:spcAft>
                <a:spcPts val="0"/>
              </a:spcAft>
              <a:buSzPts val="1400"/>
              <a:buChar char="○"/>
            </a:pPr>
            <a:r>
              <a:rPr noProof="1" lang="ja"/>
              <a:t>Conclusion Continuation of the discussion</a:t>
            </a:r>
            <a:endParaRPr/>
          </a:p>
        </p:txBody>
      </p:sp>
      <p:sp>
        <p:nvSpPr>
          <p:cNvPr name="Google Shape;383;p60" id="383"/>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87" id="387"/>
        <p:cNvGrpSpPr/>
        <p:nvPr/>
      </p:nvGrpSpPr>
      <p:grpSpPr>
        <a:xfrm>
          <a:off x="0" y="0"/>
          <a:ext cx="0" cy="0"/>
          <a:chOff x="0" y="0"/>
          <a:chExt cx="0" cy="0"/>
        </a:xfrm>
      </p:grpSpPr>
      <p:sp>
        <p:nvSpPr>
          <p:cNvPr name="Google Shape;388;p61" id="388"/>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May Agenda</a:t>
            </a:r>
            <a:endParaRPr/>
          </a:p>
        </p:txBody>
      </p:sp>
      <p:sp>
        <p:nvSpPr>
          <p:cNvPr name="Google Shape;389;p61" id="389"/>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Organizing the Aims of Weighting OSS Activities</a:t>
            </a:r>
            <a:endParaRPr/>
          </a:p>
          <a:p>
            <a:pPr lvl="1" indent="-317500" rtl="0" marL="914400" algn="l">
              <a:spcBef>
                <a:spcPts val="0"/>
              </a:spcBef>
              <a:spcAft>
                <a:spcPts val="0"/>
              </a:spcAft>
              <a:buSzPts val="1400"/>
              <a:buAutoNum type="alphaLcPeriod"/>
            </a:pPr>
            <a:r>
              <a:rPr noProof="1" lang="ja"/>
              <a:t>Organizing the stacks and indicators of the Aims of Persona Companies and Industry Fields (for organizing) and reorganizing Persona Companies based on them</a:t>
            </a:r>
            <a:endParaRPr/>
          </a:p>
          <a:p>
            <a:pPr lvl="0" indent="-342900" rtl="0" marL="457200" algn="l">
              <a:spcBef>
                <a:spcPts val="0"/>
              </a:spcBef>
              <a:spcAft>
                <a:spcPts val="0"/>
              </a:spcAft>
              <a:buSzPts val="1800"/>
              <a:buAutoNum type="arabicPeriod"/>
            </a:pPr>
            <a:r>
              <a:rPr noProof="1" lang="ja"/>
              <a:t>Summary Continuation of the Discussion</a:t>
            </a:r>
            <a:endParaRPr/>
          </a:p>
          <a:p>
            <a:pPr lvl="0" indent="-342900" rtl="0" marL="457200" algn="l">
              <a:spcBef>
                <a:spcPts val="0"/>
              </a:spcBef>
              <a:spcAft>
                <a:spcPts val="0"/>
              </a:spcAft>
              <a:buSzPts val="1800"/>
              <a:buAutoNum type="arabicPeriod"/>
            </a:pPr>
            <a:r>
              <a:rPr noProof="1" lang="ja"/>
              <a:t>About the Next Meeting</a:t>
            </a:r>
            <a:endParaRPr/>
          </a:p>
        </p:txBody>
      </p:sp>
      <p:sp>
        <p:nvSpPr>
          <p:cNvPr name="Google Shape;390;p61" id="390"/>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94" id="394"/>
        <p:cNvGrpSpPr/>
        <p:nvPr/>
      </p:nvGrpSpPr>
      <p:grpSpPr>
        <a:xfrm>
          <a:off x="0" y="0"/>
          <a:ext cx="0" cy="0"/>
          <a:chOff x="0" y="0"/>
          <a:chExt cx="0" cy="0"/>
        </a:xfrm>
      </p:grpSpPr>
      <p:sp>
        <p:nvSpPr>
          <p:cNvPr name="Google Shape;395;p62" id="395"/>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April Agenda</a:t>
            </a:r>
            <a:endParaRPr/>
          </a:p>
        </p:txBody>
      </p:sp>
      <p:sp>
        <p:nvSpPr>
          <p:cNvPr name="Google Shape;396;p62" id="396"/>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"Weighting OSS Activities" Aims Organized</a:t>
            </a:r>
            <a:endParaRPr/>
          </a:p>
          <a:p>
            <a:pPr lvl="1" indent="-317500" rtl="0" marL="914400" algn="l">
              <a:spcBef>
                <a:spcPts val="0"/>
              </a:spcBef>
              <a:spcAft>
                <a:spcPts val="0"/>
              </a:spcAft>
              <a:buSzPts val="1400"/>
              <a:buAutoNum type="alphaLcPeriod"/>
            </a:pPr>
            <a:r>
              <a:rPr noProof="1" lang="ja"/>
              <a:t>Persona company x assumed strategy (there may be multiple depending on the strategy level)</a:t>
            </a:r>
            <a:endParaRPr/>
          </a:p>
          <a:p>
            <a:pPr lvl="2" indent="-317500" rtl="0" marL="1371600" algn="l">
              <a:spcBef>
                <a:spcPts val="0"/>
              </a:spcBef>
              <a:spcAft>
                <a:spcPts val="0"/>
              </a:spcAft>
              <a:buSzPts val="1400"/>
              <a:buAutoNum type="romanLcPeriod"/>
            </a:pPr>
            <a:r>
              <a:rPr noProof="1" lang="ja"/>
              <a:t>Aims of Persona companies and industry fields (for organizing) were divided into stacks and characteristics were extracted (in progress)</a:t>
            </a:r>
            <a:endParaRPr/>
          </a:p>
          <a:p>
            <a:pPr lvl="0" indent="-342900" rtl="0" marL="457200" algn="l">
              <a:spcBef>
                <a:spcPts val="0"/>
              </a:spcBef>
              <a:spcAft>
                <a:spcPts val="0"/>
              </a:spcAft>
              <a:buSzPts val="1800"/>
              <a:buAutoNum type="arabicPeriod"/>
            </a:pPr>
            <a:r>
              <a:rPr noProof="1" lang="ja"/>
              <a:t>Summary Continued discussion</a:t>
            </a:r>
            <a:endParaRPr/>
          </a:p>
          <a:p>
            <a:pPr lvl="0" indent="-342900" rtl="0" marL="457200" algn="l">
              <a:spcBef>
                <a:spcPts val="0"/>
              </a:spcBef>
              <a:spcAft>
                <a:spcPts val="0"/>
              </a:spcAft>
              <a:buSzPts val="1800"/>
              <a:buAutoNum type="arabicPeriod"/>
            </a:pPr>
            <a:r>
              <a:rPr noProof="1" lang="ja"/>
              <a:t>About next time</a:t>
            </a:r>
            <a:endParaRPr/>
          </a:p>
        </p:txBody>
      </p:sp>
      <p:sp>
        <p:nvSpPr>
          <p:cNvPr name="Google Shape;397;p62" id="397"/>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01" id="401"/>
        <p:cNvGrpSpPr/>
        <p:nvPr/>
      </p:nvGrpSpPr>
      <p:grpSpPr>
        <a:xfrm>
          <a:off x="0" y="0"/>
          <a:ext cx="0" cy="0"/>
          <a:chOff x="0" y="0"/>
          <a:chExt cx="0" cy="0"/>
        </a:xfrm>
      </p:grpSpPr>
      <p:sp>
        <p:nvSpPr>
          <p:cNvPr name="Google Shape;402;p63" id="402"/>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403;p63" id="403"/>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5/9 (Fri) 15:00 ~</a:t>
            </a:r>
            <a:endParaRPr/>
          </a:p>
          <a:p>
            <a:pPr lvl="1" indent="-317500" rtl="0" marL="914400" algn="l">
              <a:spcBef>
                <a:spcPts val="0"/>
              </a:spcBef>
              <a:spcAft>
                <a:spcPts val="0"/>
              </a:spcAft>
              <a:buSzPts val="1400"/>
              <a:buChar char="○"/>
            </a:pPr>
            <a:r>
              <a:rPr noProof="1" lang="ja"/>
              <a:t>Arrangement of "OSS activity weighting" objectives</a:t>
            </a:r>
            <a:endParaRPr/>
          </a:p>
          <a:p>
            <a:pPr lvl="2" indent="-317500" rtl="0" marL="1371600" algn="l">
              <a:spcBef>
                <a:spcPts val="0"/>
              </a:spcBef>
              <a:spcAft>
                <a:spcPts val="0"/>
              </a:spcAft>
              <a:buSzPts val="1400"/>
              <a:buChar char="■"/>
            </a:pPr>
            <a:r>
              <a:rPr noProof="1" lang="ja"/>
              <a:t>Proceed with the arrangement of stacks and indicators of "objectives of persona companies and industry fields (for arrangement)" and rearrange persona companies based on them</a:t>
            </a:r>
            <a:endParaRPr/>
          </a:p>
          <a:p>
            <a:pPr lvl="1" indent="-317500" rtl="0" marL="914400" algn="l">
              <a:spcBef>
                <a:spcPts val="0"/>
              </a:spcBef>
              <a:spcAft>
                <a:spcPts val="0"/>
              </a:spcAft>
              <a:buSzPts val="1400"/>
              <a:buChar char="○"/>
            </a:pPr>
            <a:r>
              <a:rPr noProof="1" lang="ja"/>
              <a:t>Conclusion Continuation of discussion</a:t>
            </a:r>
            <a:endParaRPr/>
          </a:p>
        </p:txBody>
      </p:sp>
      <p:sp>
        <p:nvSpPr>
          <p:cNvPr name="Google Shape;404;p63" id="404"/>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08" id="408"/>
        <p:cNvGrpSpPr/>
        <p:nvPr/>
      </p:nvGrpSpPr>
      <p:grpSpPr>
        <a:xfrm>
          <a:off x="0" y="0"/>
          <a:ext cx="0" cy="0"/>
          <a:chOff x="0" y="0"/>
          <a:chExt cx="0" cy="0"/>
        </a:xfrm>
      </p:grpSpPr>
      <p:sp>
        <p:nvSpPr>
          <p:cNvPr name="Google Shape;409;p64" id="40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March Agenda</a:t>
            </a:r>
            <a:endParaRPr/>
          </a:p>
        </p:txBody>
      </p:sp>
      <p:sp>
        <p:nvSpPr>
          <p:cNvPr name="Google Shape;410;p64" id="41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Review line 8 of "Weighting OSS Activities" Discussion</a:t>
            </a:r>
            <a:endParaRPr/>
          </a:p>
          <a:p>
            <a:pPr lvl="1" indent="-317500" rtl="0" marL="914400" algn="l">
              <a:spcBef>
                <a:spcPts val="0"/>
              </a:spcBef>
              <a:spcAft>
                <a:spcPts val="0"/>
              </a:spcAft>
              <a:buSzPts val="1400"/>
              <a:buAutoNum type="alphaLcPeriod"/>
            </a:pPr>
            <a:r>
              <a:rPr noProof="1" lang="ja"/>
              <a:t>There may be divergence between persona companies and assumed strategies (there may be multiple strategies depending on the strategy level)</a:t>
            </a:r>
            <a:endParaRPr/>
          </a:p>
          <a:p>
            <a:pPr lvl="0" indent="-342900" rtl="0" marL="457200" algn="l">
              <a:spcBef>
                <a:spcPts val="0"/>
              </a:spcBef>
              <a:spcAft>
                <a:spcPts val="0"/>
              </a:spcAft>
              <a:buSzPts val="1800"/>
              <a:buAutoNum type="arabicPeriod"/>
            </a:pPr>
            <a:r>
              <a:rPr noProof="1" lang="ja"/>
              <a:t>Review and discuss "Weighting OSS Activities" as a whole</a:t>
            </a:r>
            <a:endParaRPr/>
          </a:p>
          <a:p>
            <a:pPr lvl="0" indent="-342900" rtl="0" marL="457200" algn="l">
              <a:spcBef>
                <a:spcPts val="0"/>
              </a:spcBef>
              <a:spcAft>
                <a:spcPts val="0"/>
              </a:spcAft>
              <a:buSzPts val="1800"/>
              <a:buAutoNum type="arabicPeriod"/>
            </a:pPr>
            <a:r>
              <a:rPr noProof="1" lang="ja"/>
              <a:t>Summary Continuation of discussion</a:t>
            </a:r>
            <a:endParaRPr/>
          </a:p>
          <a:p>
            <a:pPr lvl="0" indent="-342900" rtl="0" marL="457200" algn="l">
              <a:spcBef>
                <a:spcPts val="0"/>
              </a:spcBef>
              <a:spcAft>
                <a:spcPts val="0"/>
              </a:spcAft>
              <a:buSzPts val="1800"/>
              <a:buAutoNum type="arabicPeriod"/>
            </a:pPr>
            <a:r>
              <a:rPr noProof="1" lang="ja"/>
              <a:t>About next time</a:t>
            </a:r>
            <a:endParaRPr/>
          </a:p>
        </p:txBody>
      </p:sp>
      <p:sp>
        <p:nvSpPr>
          <p:cNvPr name="Google Shape;411;p64" id="411"/>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15" id="415"/>
        <p:cNvGrpSpPr/>
        <p:nvPr/>
      </p:nvGrpSpPr>
      <p:grpSpPr>
        <a:xfrm>
          <a:off x="0" y="0"/>
          <a:ext cx="0" cy="0"/>
          <a:chOff x="0" y="0"/>
          <a:chExt cx="0" cy="0"/>
        </a:xfrm>
      </p:grpSpPr>
      <p:sp>
        <p:nvSpPr>
          <p:cNvPr name="Google Shape;416;p65" id="416"/>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Weighting sheet, line 8: "Aim"</a:t>
            </a:r>
            <a:endParaRPr/>
          </a:p>
        </p:txBody>
      </p:sp>
      <p:sp>
        <p:nvSpPr>
          <p:cNvPr name="Google Shape;417;p65" id="417"/>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Wouldn't it be better to narrow down the aim?</a:t>
            </a:r>
            <a:endParaRPr/>
          </a:p>
          <a:p>
            <a:pPr lvl="1" indent="-317500" rtl="0" marL="914400" algn="l">
              <a:spcBef>
                <a:spcPts val="0"/>
              </a:spcBef>
              <a:spcAft>
                <a:spcPts val="0"/>
              </a:spcAft>
              <a:buSzPts val="1400"/>
              <a:buChar char="○"/>
            </a:pPr>
            <a:r>
              <a:rPr noProof="1" lang="ja"/>
              <a:t>For example, "securing human resources" would be a common aim for all industries and companies.</a:t>
            </a:r>
            <a:endParaRPr/>
          </a:p>
          <a:p>
            <a:pPr lvl="1" indent="-317500" rtl="0" marL="914400" algn="l">
              <a:spcBef>
                <a:spcPts val="0"/>
              </a:spcBef>
              <a:spcAft>
                <a:spcPts val="0"/>
              </a:spcAft>
              <a:buSzPts val="1400"/>
              <a:buChar char="○"/>
            </a:pPr>
            <a:r>
              <a:rPr noProof="1" lang="ja"/>
              <a:t>How about summarizing it as the main aim?</a:t>
            </a:r>
            <a:endParaRPr/>
          </a:p>
          <a:p>
            <a:pPr lvl="0" indent="-342900" rtl="0" marL="457200" algn="l">
              <a:spcBef>
                <a:spcPts val="0"/>
              </a:spcBef>
              <a:spcAft>
                <a:spcPts val="0"/>
              </a:spcAft>
              <a:buSzPts val="1800"/>
              <a:buChar char="●"/>
            </a:pPr>
            <a:r>
              <a:rPr noProof="1" lang="ja"/>
              <a:t>If you write down the outline of the business, have the main aim, and make efforts to achieve it, it will be well organized.</a:t>
            </a:r>
            <a:endParaRPr/>
          </a:p>
          <a:p>
            <a:pPr lvl="0" indent="-342900" rtl="0" marL="457200" algn="l">
              <a:spcBef>
                <a:spcPts val="0"/>
              </a:spcBef>
              <a:spcAft>
                <a:spcPts val="0"/>
              </a:spcAft>
              <a:buSzPts val="1800"/>
              <a:buChar char="●"/>
            </a:pPr>
            <a:r>
              <a:rPr noProof="1" lang="ja"/>
              <a:t>If you organize the relationships between companies, can you see the aim of each company (the combination when customers purchase)?</a:t>
            </a:r>
            <a:endParaRPr/>
          </a:p>
        </p:txBody>
      </p:sp>
      <p:sp>
        <p:nvSpPr>
          <p:cNvPr name="Google Shape;418;p65" id="41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22" id="422"/>
        <p:cNvGrpSpPr/>
        <p:nvPr/>
      </p:nvGrpSpPr>
      <p:grpSpPr>
        <a:xfrm>
          <a:off x="0" y="0"/>
          <a:ext cx="0" cy="0"/>
          <a:chOff x="0" y="0"/>
          <a:chExt cx="0" cy="0"/>
        </a:xfrm>
      </p:grpSpPr>
      <p:sp>
        <p:nvSpPr>
          <p:cNvPr name="Google Shape;423;p66" id="42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Consultation on how to summarize the results of OSS Strategy discussion activities</a:t>
            </a:r>
            <a:endParaRPr/>
          </a:p>
        </p:txBody>
      </p:sp>
      <p:sp>
        <p:nvSpPr>
          <p:cNvPr name="Google Shape;424;p66" id="42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Intended audience:</a:t>
            </a:r>
            <a:endParaRPr/>
          </a:p>
          <a:p>
            <a:pPr lvl="1" indent="-317500" rtl="0" marL="914400" algn="l">
              <a:spcBef>
                <a:spcPts val="0"/>
              </a:spcBef>
              <a:spcAft>
                <a:spcPts val="0"/>
              </a:spcAft>
              <a:buSzPts val="1400"/>
              <a:buChar char="○"/>
            </a:pPr>
            <a:r>
              <a:rPr noProof="1" lang="ja"/>
              <a:t>Proposal: For Japanese people who want to start OSS Strategy</a:t>
            </a:r>
            <a:endParaRPr/>
          </a:p>
          <a:p>
            <a:pPr lvl="2" indent="-317500" rtl="0" marL="1371600" algn="l">
              <a:spcBef>
                <a:spcPts val="0"/>
              </a:spcBef>
              <a:spcAft>
                <a:spcPts val="0"/>
              </a:spcAft>
              <a:buSzPts val="1400"/>
              <a:buChar char="■"/>
            </a:pPr>
            <a:r>
              <a:rPr noProof="1" lang="ja"/>
              <a:t>It will be used to raise awareness toward C level</a:t>
            </a:r>
            <a:endParaRPr/>
          </a:p>
          <a:p>
            <a:pPr lvl="1" indent="-317500" rtl="0" marL="914400" algn="l">
              <a:spcBef>
                <a:spcPts val="0"/>
              </a:spcBef>
              <a:spcAft>
                <a:spcPts val="0"/>
              </a:spcAft>
              <a:buSzPts val="1400"/>
              <a:buChar char="○"/>
            </a:pPr>
            <a:r>
              <a:rPr noProof="1" lang="ja"/>
              <a:t>Proposal: (Interview with people who attend IPA's OSS Strategy Seminar)</a:t>
            </a:r>
            <a:endParaRPr/>
          </a:p>
          <a:p>
            <a:pPr lvl="0" indent="-342900" rtl="0" marL="457200" algn="l">
              <a:spcBef>
                <a:spcPts val="0"/>
              </a:spcBef>
              <a:spcAft>
                <a:spcPts val="0"/>
              </a:spcAft>
              <a:buSzPts val="1800"/>
              <a:buChar char="●"/>
            </a:pPr>
            <a:r>
              <a:rPr noProof="1" lang="ja"/>
              <a:t>Output format:</a:t>
            </a:r>
            <a:endParaRPr/>
          </a:p>
          <a:p>
            <a:pPr lvl="1" indent="-317500" rtl="0" marL="914400" algn="l">
              <a:spcBef>
                <a:spcPts val="0"/>
              </a:spcBef>
              <a:spcAft>
                <a:spcPts val="0"/>
              </a:spcAft>
              <a:buSzPts val="1400"/>
              <a:buChar char="○"/>
            </a:pPr>
            <a:r>
              <a:rPr noProof="1" lang="ja"/>
              <a:t>First, in slide format.</a:t>
            </a:r>
            <a:endParaRPr/>
          </a:p>
          <a:p>
            <a:pPr lvl="1" indent="-317500" rtl="0" marL="914400" algn="l">
              <a:spcBef>
                <a:spcPts val="0"/>
              </a:spcBef>
              <a:spcAft>
                <a:spcPts val="0"/>
              </a:spcAft>
              <a:buSzPts val="1400"/>
              <a:buChar char="○"/>
            </a:pPr>
            <a:r>
              <a:rPr noProof="1" lang="ja"/>
              <a:t>I would like to see spreadsheets and documents as appendices and supplements.</a:t>
            </a:r>
            <a:endParaRPr/>
          </a:p>
          <a:p>
            <a:pPr lvl="0" indent="-342900" rtl="0" marL="457200" algn="l">
              <a:spcBef>
                <a:spcPts val="0"/>
              </a:spcBef>
              <a:spcAft>
                <a:spcPts val="0"/>
              </a:spcAft>
              <a:buSzPts val="1800"/>
              <a:buChar char="●"/>
            </a:pPr>
            <a:r>
              <a:rPr noProof="1" lang="ja"/>
              <a:t>Distribution location: Via TODO Group?</a:t>
            </a:r>
            <a:r>
              <a:rPr lang="ja"/>
              <a:t>　</a:t>
            </a:r>
            <a:r>
              <a:rPr noProof="1" lang="ja"/>
              <a:t>Speakerdeck?</a:t>
            </a:r>
            <a:endParaRPr/>
          </a:p>
          <a:p>
            <a:pPr lvl="1" indent="-317500" rtl="0" marL="914400" algn="l">
              <a:spcBef>
                <a:spcPts val="0"/>
              </a:spcBef>
              <a:spcAft>
                <a:spcPts val="0"/>
              </a:spcAft>
              <a:buSzPts val="1400"/>
              <a:buChar char="○"/>
            </a:pPr>
            <a:r>
              <a:rPr noProof="1" lang="ja"/>
              <a:t>(Addendum: OSPO FAQ not yet distributed.)</a:t>
            </a:r>
            <a:endParaRPr/>
          </a:p>
          <a:p>
            <a:pPr lvl="1" indent="-317500" rtl="0" marL="914400" algn="l">
              <a:spcBef>
                <a:spcPts val="0"/>
              </a:spcBef>
              <a:spcAft>
                <a:spcPts val="0"/>
              </a:spcAft>
              <a:buSzPts val="1400"/>
              <a:buChar char="○"/>
            </a:pPr>
            <a:r>
              <a:rPr noProof="1" lang="ja"/>
              <a:t>Suggestion: If the TODO Group could prepare it for Japan, that would be great.</a:t>
            </a:r>
            <a:endParaRPr/>
          </a:p>
          <a:p>
            <a:pPr lvl="0" indent="-342900" rtl="0" marL="457200" algn="l">
              <a:spcBef>
                <a:spcPts val="0"/>
              </a:spcBef>
              <a:spcAft>
                <a:spcPts val="0"/>
              </a:spcAft>
              <a:buSzPts val="1800"/>
              <a:buChar char="●"/>
            </a:pPr>
            <a:r>
              <a:rPr noProof="1" lang="ja"/>
              <a:t>Suggestions:</a:t>
            </a:r>
            <a:endParaRPr/>
          </a:p>
          <a:p>
            <a:pPr lvl="1" indent="-317500" rtl="0" marL="914400" algn="l">
              <a:spcBef>
                <a:spcPts val="0"/>
              </a:spcBef>
              <a:spcAft>
                <a:spcPts val="0"/>
              </a:spcAft>
              <a:buSzPts val="1400"/>
              <a:buChar char="○"/>
            </a:pPr>
            <a:r>
              <a:rPr noProof="1" lang="ja"/>
              <a:t>OSPO Con w/ OSSummit NA/Europe/Japan</a:t>
            </a:r>
            <a:endParaRPr/>
          </a:p>
          <a:p>
            <a:pPr lvl="1" indent="-317500" rtl="0" marL="914400" algn="l">
              <a:spcBef>
                <a:spcPts val="0"/>
              </a:spcBef>
              <a:spcAft>
                <a:spcPts val="0"/>
              </a:spcAft>
              <a:buSzPts val="1400"/>
              <a:buChar char="○"/>
            </a:pPr>
            <a:r>
              <a:rPr noProof="1" lang="ja"/>
              <a:t>TODO OSPO Book Meeting</a:t>
            </a:r>
            <a:endParaRPr/>
          </a:p>
        </p:txBody>
      </p:sp>
      <p:sp>
        <p:nvSpPr>
          <p:cNvPr name="Google Shape;425;p66" id="425"/>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29" id="429"/>
        <p:cNvGrpSpPr/>
        <p:nvPr/>
      </p:nvGrpSpPr>
      <p:grpSpPr>
        <a:xfrm>
          <a:off x="0" y="0"/>
          <a:ext cx="0" cy="0"/>
          <a:chOff x="0" y="0"/>
          <a:chExt cx="0" cy="0"/>
        </a:xfrm>
      </p:grpSpPr>
      <p:sp>
        <p:nvSpPr>
          <p:cNvPr name="Google Shape;430;p67" id="430"/>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431;p67" id="431"/>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4/11 (Fri) 15:00 ~</a:t>
            </a:r>
            <a:endParaRPr/>
          </a:p>
          <a:p>
            <a:pPr lvl="1" indent="-317500" rtl="0" marL="914400" algn="l">
              <a:spcBef>
                <a:spcPts val="0"/>
              </a:spcBef>
              <a:spcAft>
                <a:spcPts val="0"/>
              </a:spcAft>
              <a:buSzPts val="1400"/>
              <a:buChar char="○"/>
            </a:pPr>
            <a:r>
              <a:rPr noProof="1" lang="ja"/>
              <a:t>Organizing the objectives of "weighting OSS activities"</a:t>
            </a:r>
            <a:endParaRPr/>
          </a:p>
          <a:p>
            <a:pPr lvl="1" indent="-317500" rtl="0" marL="914400" algn="l">
              <a:spcBef>
                <a:spcPts val="0"/>
              </a:spcBef>
              <a:spcAft>
                <a:spcPts val="0"/>
              </a:spcAft>
              <a:buSzPts val="1400"/>
              <a:buChar char="○"/>
            </a:pPr>
            <a:r>
              <a:rPr noProof="1" lang="ja"/>
              <a:t>How to summarize Continue the discussion</a:t>
            </a:r>
            <a:endParaRPr/>
          </a:p>
        </p:txBody>
      </p:sp>
      <p:sp>
        <p:nvSpPr>
          <p:cNvPr name="Google Shape;432;p67" id="432"/>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36" id="436"/>
        <p:cNvGrpSpPr/>
        <p:nvPr/>
      </p:nvGrpSpPr>
      <p:grpSpPr>
        <a:xfrm>
          <a:off x="0" y="0"/>
          <a:ext cx="0" cy="0"/>
          <a:chOff x="0" y="0"/>
          <a:chExt cx="0" cy="0"/>
        </a:xfrm>
      </p:grpSpPr>
      <p:sp>
        <p:nvSpPr>
          <p:cNvPr name="Google Shape;437;p68" id="437"/>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February Agenda</a:t>
            </a:r>
            <a:endParaRPr/>
          </a:p>
        </p:txBody>
      </p:sp>
      <p:sp>
        <p:nvSpPr>
          <p:cNvPr name="Google Shape;438;p68" id="43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Brief review of the previous report (1/10)</a:t>
            </a:r>
            <a:endParaRPr/>
          </a:p>
          <a:p>
            <a:pPr lvl="1" indent="-317500" rtl="0" marL="914400" algn="l">
              <a:spcBef>
                <a:spcPts val="0"/>
              </a:spcBef>
              <a:spcAft>
                <a:spcPts val="0"/>
              </a:spcAft>
              <a:buSzPts val="1400"/>
              <a:buAutoNum type="alphaLcPeriod"/>
            </a:pPr>
            <a:r>
              <a:rPr noProof="1" lang="ja"/>
              <a:t>Additional comments on "Weighing OSS Activities"</a:t>
            </a:r>
            <a:endParaRPr/>
          </a:p>
          <a:p>
            <a:pPr lvl="0" indent="-342900" rtl="0" marL="457200" algn="l">
              <a:spcBef>
                <a:spcPts val="0"/>
              </a:spcBef>
              <a:spcAft>
                <a:spcPts val="0"/>
              </a:spcAft>
              <a:buSzPts val="1800"/>
              <a:buAutoNum type="arabicPeriod"/>
            </a:pPr>
            <a:r>
              <a:rPr noProof="1" lang="ja"/>
              <a:t>Continuation of "Weighing OSS Activities"</a:t>
            </a:r>
            <a:endParaRPr/>
          </a:p>
          <a:p>
            <a:pPr lvl="1" indent="-317500" rtl="0" marL="914400" algn="l">
              <a:spcBef>
                <a:spcPts val="0"/>
              </a:spcBef>
              <a:spcAft>
                <a:spcPts val="0"/>
              </a:spcAft>
              <a:buSzPts val="1400"/>
              <a:buAutoNum type="alphaLcPeriod"/>
            </a:pPr>
            <a:r>
              <a:rPr noProof="1" lang="ja"/>
              <a:t>Organization of contribution activities</a:t>
            </a:r>
            <a:endParaRPr/>
          </a:p>
          <a:p>
            <a:pPr lvl="1" indent="-317500" rtl="0" marL="914400" algn="l">
              <a:spcBef>
                <a:spcPts val="0"/>
              </a:spcBef>
              <a:spcAft>
                <a:spcPts val="0"/>
              </a:spcAft>
              <a:buSzPts val="1400"/>
              <a:buAutoNum type="alphaLcPeriod"/>
            </a:pPr>
            <a:r>
              <a:rPr noProof="1" lang="ja"/>
              <a:t>Consultation on how to summarize the results so far</a:t>
            </a:r>
            <a:endParaRPr/>
          </a:p>
          <a:p>
            <a:pPr lvl="0" indent="-342900" rtl="0" marL="457200" algn="l">
              <a:spcBef>
                <a:spcPts val="0"/>
              </a:spcBef>
              <a:spcAft>
                <a:spcPts val="0"/>
              </a:spcAft>
              <a:buSzPts val="1800"/>
              <a:buAutoNum type="arabicPeriod"/>
            </a:pPr>
            <a:r>
              <a:rPr noProof="1" lang="ja"/>
              <a:t>About the next meeting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42" id="442"/>
        <p:cNvGrpSpPr/>
        <p:nvPr/>
      </p:nvGrpSpPr>
      <p:grpSpPr>
        <a:xfrm>
          <a:off x="0" y="0"/>
          <a:ext cx="0" cy="0"/>
          <a:chOff x="0" y="0"/>
          <a:chExt cx="0" cy="0"/>
        </a:xfrm>
      </p:grpSpPr>
      <p:sp>
        <p:nvSpPr>
          <p:cNvPr name="Google Shape;443;p69" id="44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Consultation on how to summarize the results of OSS Strategy discussion activities</a:t>
            </a:r>
            <a:endParaRPr/>
          </a:p>
        </p:txBody>
      </p:sp>
      <p:sp>
        <p:nvSpPr>
          <p:cNvPr name="Google Shape;444;p69" id="44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Intended audience:</a:t>
            </a:r>
            <a:endParaRPr/>
          </a:p>
          <a:p>
            <a:pPr lvl="1" indent="-317500" rtl="0" marL="914400" algn="l">
              <a:spcBef>
                <a:spcPts val="0"/>
              </a:spcBef>
              <a:spcAft>
                <a:spcPts val="0"/>
              </a:spcAft>
              <a:buSzPts val="1400"/>
              <a:buChar char="○"/>
            </a:pPr>
            <a:r>
              <a:rPr noProof="1" lang="ja"/>
              <a:t>Proposal: For Japanese people who want to start OSS Strategy</a:t>
            </a:r>
            <a:endParaRPr/>
          </a:p>
          <a:p>
            <a:pPr lvl="2" indent="-317500" rtl="0" marL="1371600" algn="l">
              <a:spcBef>
                <a:spcPts val="0"/>
              </a:spcBef>
              <a:spcAft>
                <a:spcPts val="0"/>
              </a:spcAft>
              <a:buSzPts val="1400"/>
              <a:buChar char="■"/>
            </a:pPr>
            <a:r>
              <a:rPr noProof="1" lang="ja"/>
              <a:t>It will be used to raise awareness toward C level</a:t>
            </a:r>
            <a:endParaRPr/>
          </a:p>
          <a:p>
            <a:pPr lvl="1" indent="-317500" rtl="0" marL="914400" algn="l">
              <a:spcBef>
                <a:spcPts val="0"/>
              </a:spcBef>
              <a:spcAft>
                <a:spcPts val="0"/>
              </a:spcAft>
              <a:buSzPts val="1400"/>
              <a:buChar char="○"/>
            </a:pPr>
            <a:r>
              <a:rPr noProof="1" lang="ja"/>
              <a:t>Proposal: (Interview with people who attend IPA's OSS Strategy Seminar)</a:t>
            </a:r>
            <a:endParaRPr/>
          </a:p>
          <a:p>
            <a:pPr lvl="0" indent="-342900" rtl="0" marL="457200" algn="l">
              <a:spcBef>
                <a:spcPts val="0"/>
              </a:spcBef>
              <a:spcAft>
                <a:spcPts val="0"/>
              </a:spcAft>
              <a:buSzPts val="1800"/>
              <a:buChar char="●"/>
            </a:pPr>
            <a:r>
              <a:rPr noProof="1" lang="ja"/>
              <a:t>Output format:</a:t>
            </a:r>
            <a:endParaRPr/>
          </a:p>
          <a:p>
            <a:pPr lvl="1" indent="-317500" rtl="0" marL="914400" algn="l">
              <a:spcBef>
                <a:spcPts val="0"/>
              </a:spcBef>
              <a:spcAft>
                <a:spcPts val="0"/>
              </a:spcAft>
              <a:buSzPts val="1400"/>
              <a:buChar char="○"/>
            </a:pPr>
            <a:r>
              <a:rPr noProof="1" lang="ja"/>
              <a:t>First, in slide format.</a:t>
            </a:r>
            <a:endParaRPr/>
          </a:p>
          <a:p>
            <a:pPr lvl="1" indent="-317500" rtl="0" marL="914400" algn="l">
              <a:spcBef>
                <a:spcPts val="0"/>
              </a:spcBef>
              <a:spcAft>
                <a:spcPts val="0"/>
              </a:spcAft>
              <a:buSzPts val="1400"/>
              <a:buChar char="○"/>
            </a:pPr>
            <a:r>
              <a:rPr noProof="1" lang="ja"/>
              <a:t>I would like to see spreadsheets and documents as appendices and supplements.</a:t>
            </a:r>
            <a:endParaRPr/>
          </a:p>
          <a:p>
            <a:pPr lvl="0" indent="-342900" rtl="0" marL="457200" algn="l">
              <a:spcBef>
                <a:spcPts val="0"/>
              </a:spcBef>
              <a:spcAft>
                <a:spcPts val="0"/>
              </a:spcAft>
              <a:buSzPts val="1800"/>
              <a:buChar char="●"/>
            </a:pPr>
            <a:r>
              <a:rPr noProof="1" lang="ja"/>
              <a:t>Distribution location: Via TODO Group?</a:t>
            </a:r>
            <a:r>
              <a:rPr lang="ja"/>
              <a:t>　</a:t>
            </a:r>
            <a:r>
              <a:rPr noProof="1" lang="ja"/>
              <a:t>Speakerdeck?</a:t>
            </a:r>
            <a:endParaRPr/>
          </a:p>
          <a:p>
            <a:pPr lvl="1" indent="-317500" rtl="0" marL="914400" algn="l">
              <a:spcBef>
                <a:spcPts val="0"/>
              </a:spcBef>
              <a:spcAft>
                <a:spcPts val="0"/>
              </a:spcAft>
              <a:buSzPts val="1400"/>
              <a:buChar char="○"/>
            </a:pPr>
            <a:r>
              <a:rPr noProof="1" lang="ja"/>
              <a:t>(Addendum: OSPO FAQ not yet distributed.)</a:t>
            </a:r>
            <a:endParaRPr/>
          </a:p>
          <a:p>
            <a:pPr lvl="1" indent="-317500" rtl="0" marL="914400" algn="l">
              <a:spcBef>
                <a:spcPts val="0"/>
              </a:spcBef>
              <a:spcAft>
                <a:spcPts val="0"/>
              </a:spcAft>
              <a:buSzPts val="1400"/>
              <a:buChar char="○"/>
            </a:pPr>
            <a:r>
              <a:rPr noProof="1" lang="ja"/>
              <a:t>Suggestion: If the TODO Group could prepare it for Japan, that would be great.</a:t>
            </a:r>
            <a:endParaRPr/>
          </a:p>
          <a:p>
            <a:pPr lvl="0" indent="-342900" rtl="0" marL="457200" algn="l">
              <a:spcBef>
                <a:spcPts val="0"/>
              </a:spcBef>
              <a:spcAft>
                <a:spcPts val="0"/>
              </a:spcAft>
              <a:buSzPts val="1800"/>
              <a:buChar char="●"/>
            </a:pPr>
            <a:r>
              <a:rPr noProof="1" lang="ja"/>
              <a:t>Suggestions:</a:t>
            </a:r>
            <a:endParaRPr/>
          </a:p>
          <a:p>
            <a:pPr lvl="1" indent="-317500" rtl="0" marL="914400" algn="l">
              <a:spcBef>
                <a:spcPts val="0"/>
              </a:spcBef>
              <a:spcAft>
                <a:spcPts val="0"/>
              </a:spcAft>
              <a:buSzPts val="1400"/>
              <a:buChar char="○"/>
            </a:pPr>
            <a:r>
              <a:rPr noProof="1" lang="ja"/>
              <a:t>OSPO Con w/ OSSummit NA/Europe/Japan</a:t>
            </a:r>
            <a:endParaRPr/>
          </a:p>
          <a:p>
            <a:pPr lvl="1" indent="-317500" rtl="0" marL="914400" algn="l">
              <a:spcBef>
                <a:spcPts val="0"/>
              </a:spcBef>
              <a:spcAft>
                <a:spcPts val="0"/>
              </a:spcAft>
              <a:buSzPts val="1400"/>
              <a:buChar char="○"/>
            </a:pPr>
            <a:r>
              <a:rPr noProof="1" lang="ja"/>
              <a:t>TODO OSPO Book Meeting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48" id="448"/>
        <p:cNvGrpSpPr/>
        <p:nvPr/>
      </p:nvGrpSpPr>
      <p:grpSpPr>
        <a:xfrm>
          <a:off x="0" y="0"/>
          <a:ext cx="0" cy="0"/>
          <a:chOff x="0" y="0"/>
          <a:chExt cx="0" cy="0"/>
        </a:xfrm>
      </p:grpSpPr>
      <p:sp>
        <p:nvSpPr>
          <p:cNvPr name="Google Shape;449;p70" id="44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450;p70" id="45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3/14 (Fri) 15:00 ~</a:t>
            </a:r>
            <a:endParaRPr/>
          </a:p>
          <a:p>
            <a:pPr lvl="1" indent="-317500" rtl="0" marL="914400" algn="l">
              <a:spcBef>
                <a:spcPts val="0"/>
              </a:spcBef>
              <a:spcAft>
                <a:spcPts val="0"/>
              </a:spcAft>
              <a:buSzPts val="1400"/>
              <a:buChar char="○"/>
            </a:pPr>
            <a:r>
              <a:rPr noProof="1" lang="ja"/>
              <a:t>Review line 8 of "Weighting OSS Activities" Discussion</a:t>
            </a:r>
            <a:endParaRPr/>
          </a:p>
          <a:p>
            <a:pPr lvl="2" indent="-317500" rtl="0" marL="1371600" algn="l">
              <a:spcBef>
                <a:spcPts val="0"/>
              </a:spcBef>
              <a:spcAft>
                <a:spcPts val="0"/>
              </a:spcAft>
              <a:buSzPts val="1400"/>
              <a:buChar char="■"/>
            </a:pPr>
            <a:r>
              <a:rPr noProof="1" lang="ja"/>
              <a:t>There may be divergence due to persona company × assumed strategy (there may be multiple strategies depending on the strategy level)</a:t>
            </a:r>
            <a:endParaRPr/>
          </a:p>
          <a:p>
            <a:pPr lvl="1" indent="-317500" rtl="0" marL="914400" algn="l">
              <a:spcBef>
                <a:spcPts val="0"/>
              </a:spcBef>
              <a:spcAft>
                <a:spcPts val="0"/>
              </a:spcAft>
              <a:buSzPts val="1400"/>
              <a:buChar char="○"/>
            </a:pPr>
            <a:r>
              <a:rPr noProof="1" lang="ja"/>
              <a:t>Review and discuss the overall "Weighting OSS Activities"</a:t>
            </a:r>
            <a:endParaRPr/>
          </a:p>
          <a:p>
            <a:pPr lvl="1" indent="-317500" rtl="0" marL="914400" algn="l">
              <a:spcBef>
                <a:spcPts val="0"/>
              </a:spcBef>
              <a:spcAft>
                <a:spcPts val="0"/>
              </a:spcAft>
              <a:buSzPts val="1400"/>
              <a:buChar char="○"/>
            </a:pPr>
            <a:r>
              <a:rPr noProof="1" lang="ja"/>
              <a:t>Summary Continuation of discussion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54" id="454"/>
        <p:cNvGrpSpPr/>
        <p:nvPr/>
      </p:nvGrpSpPr>
      <p:grpSpPr>
        <a:xfrm>
          <a:off x="0" y="0"/>
          <a:ext cx="0" cy="0"/>
          <a:chOff x="0" y="0"/>
          <a:chExt cx="0" cy="0"/>
        </a:xfrm>
      </p:grpSpPr>
      <p:sp>
        <p:nvSpPr>
          <p:cNvPr name="Google Shape;455;p71" id="455"/>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January Agenda</a:t>
            </a:r>
            <a:endParaRPr/>
          </a:p>
        </p:txBody>
      </p:sp>
      <p:sp>
        <p:nvSpPr>
          <p:cNvPr name="Google Shape;456;p71" id="456"/>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Introduction of OSS Strategy + Q &amp; A</a:t>
            </a:r>
            <a:endParaRPr/>
          </a:p>
          <a:p>
            <a:pPr lvl="0" indent="-342900" rtl="0" marL="457200" algn="l">
              <a:spcBef>
                <a:spcPts val="0"/>
              </a:spcBef>
              <a:spcAft>
                <a:spcPts val="0"/>
              </a:spcAft>
              <a:buSzPts val="1800"/>
              <a:buAutoNum type="arabicPeriod"/>
            </a:pPr>
            <a:r>
              <a:rPr noProof="1" lang="ja"/>
              <a:t>Continuation of "Weighting OSS Activities"</a:t>
            </a:r>
            <a:endParaRPr/>
          </a:p>
          <a:p>
            <a:pPr lvl="1" indent="-317500" rtl="0" marL="914400" algn="l">
              <a:spcBef>
                <a:spcPts val="0"/>
              </a:spcBef>
              <a:spcAft>
                <a:spcPts val="0"/>
              </a:spcAft>
              <a:buSzPts val="1400"/>
              <a:buAutoNum type="alphaLcPeriod"/>
            </a:pPr>
            <a:r>
              <a:rPr noProof="1" lang="ja"/>
              <a:t>Additional discussion on contribution activities</a:t>
            </a:r>
            <a:endParaRPr/>
          </a:p>
          <a:p>
            <a:pPr lvl="1" indent="-317500" rtl="0" marL="914400" algn="l">
              <a:spcBef>
                <a:spcPts val="0"/>
              </a:spcBef>
              <a:spcAft>
                <a:spcPts val="0"/>
              </a:spcAft>
              <a:buSzPts val="1400"/>
              <a:buAutoNum type="alphaLcPeriod"/>
            </a:pPr>
            <a:r>
              <a:rPr noProof="1" lang="ja"/>
              <a:t>Fill in the unfilled areas</a:t>
            </a:r>
            <a:endParaRPr/>
          </a:p>
          <a:p>
            <a:pPr lvl="0" indent="-342900" rtl="0" marL="457200" algn="l">
              <a:spcBef>
                <a:spcPts val="0"/>
              </a:spcBef>
              <a:spcAft>
                <a:spcPts val="0"/>
              </a:spcAft>
              <a:buSzPts val="1800"/>
              <a:buAutoNum type="arabicPeriod"/>
            </a:pPr>
            <a:r>
              <a:rPr noProof="1" lang="ja"/>
              <a:t>Future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60" id="460"/>
        <p:cNvGrpSpPr/>
        <p:nvPr/>
      </p:nvGrpSpPr>
      <p:grpSpPr>
        <a:xfrm>
          <a:off x="0" y="0"/>
          <a:ext cx="0" cy="0"/>
          <a:chOff x="0" y="0"/>
          <a:chExt cx="0" cy="0"/>
        </a:xfrm>
      </p:grpSpPr>
      <p:sp>
        <p:nvSpPr>
          <p:cNvPr name="Google Shape;461;p72" id="461"/>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September Agenda</a:t>
            </a:r>
            <a:endParaRPr/>
          </a:p>
        </p:txBody>
      </p:sp>
      <p:sp>
        <p:nvSpPr>
          <p:cNvPr name="Google Shape;462;p72" id="46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About 10/18 OSPOjp Meetup (OpenChain JP Co-located event)</a:t>
            </a:r>
            <a:endParaRPr/>
          </a:p>
          <a:p>
            <a:pPr lvl="0" indent="-342900" rtl="0" marL="457200" algn="l">
              <a:spcBef>
                <a:spcPts val="0"/>
              </a:spcBef>
              <a:spcAft>
                <a:spcPts val="0"/>
              </a:spcAft>
              <a:buSzPts val="1800"/>
              <a:buAutoNum type="arabicPeriod"/>
            </a:pPr>
            <a:r>
              <a:rPr noProof="1" lang="ja"/>
              <a:t>Weighting continuation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66" id="466"/>
        <p:cNvGrpSpPr/>
        <p:nvPr/>
      </p:nvGrpSpPr>
      <p:grpSpPr>
        <a:xfrm>
          <a:off x="0" y="0"/>
          <a:ext cx="0" cy="0"/>
          <a:chOff x="0" y="0"/>
          <a:chExt cx="0" cy="0"/>
        </a:xfrm>
      </p:grpSpPr>
      <p:sp>
        <p:nvSpPr>
          <p:cNvPr name="Google Shape;467;p73" id="467"/>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10/18 OSPOjp Meetup (OpenChain JP Co-located event)</a:t>
            </a:r>
            <a:endParaRPr sz="1840"/>
          </a:p>
        </p:txBody>
      </p:sp>
      <p:sp>
        <p:nvSpPr>
          <p:cNvPr name="Google Shape;468;p73" id="46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3"/>
              </a:buClr>
              <a:buSzPts val="1800"/>
              <a:buChar char="■"/>
            </a:pPr>
            <a:r>
              <a:rPr noProof="1" lang="ja"/>
              <a:t>Ana (TODO Group LF member) Invitation OK.</a:t>
            </a:r>
            <a:endParaRPr/>
          </a:p>
          <a:p>
            <a:pPr lvl="0" indent="-342900" rtl="0" marL="457200" algn="l">
              <a:spcBef>
                <a:spcPts val="0"/>
              </a:spcBef>
              <a:spcAft>
                <a:spcPts val="0"/>
              </a:spcAft>
              <a:buClr>
                <a:schemeClr val="accent3"/>
              </a:buClr>
              <a:buSzPts val="1800"/>
              <a:buChar char="■"/>
            </a:pPr>
            <a:r>
              <a:rPr noProof="1" lang="ja"/>
              <a:t>Draft agenda</a:t>
            </a:r>
            <a:endParaRPr/>
          </a:p>
          <a:p>
            <a:pPr lvl="1" indent="-317500" rtl="0" marL="914400" algn="l">
              <a:spcBef>
                <a:spcPts val="0"/>
              </a:spcBef>
              <a:spcAft>
                <a:spcPts val="0"/>
              </a:spcAft>
              <a:buSzPts val="1400"/>
              <a:buChar char="○"/>
            </a:pPr>
            <a:r>
              <a:rPr noProof="1" lang="ja"/>
              <a:t>Please introduce global activities. </a:t>
            </a:r>
            <a:r>
              <a:rPr noProof="1" lang="ja"/>
              <a:t>by Ana</a:t>
            </a:r>
            <a:endParaRPr/>
          </a:p>
          <a:p>
            <a:pPr lvl="1" indent="-317500" rtl="0" marL="914400" algn="l">
              <a:spcBef>
                <a:spcPts val="0"/>
              </a:spcBef>
              <a:spcAft>
                <a:spcPts val="0"/>
              </a:spcAft>
              <a:buSzPts val="1400"/>
              <a:buChar char="○"/>
            </a:pPr>
            <a:r>
              <a:rPr noProof="1" lang="ja"/>
              <a:t>Introduction of OSPOjp activities (slides in English). </a:t>
            </a:r>
            <a:r>
              <a:rPr noProof="1" lang="ja"/>
              <a:t>by Motai, Owada</a:t>
            </a:r>
            <a:endParaRPr/>
          </a:p>
          <a:p>
            <a:pPr lvl="2" indent="-317500" rtl="0" marL="1371600" algn="l">
              <a:spcBef>
                <a:spcPts val="0"/>
              </a:spcBef>
              <a:spcAft>
                <a:spcPts val="0"/>
              </a:spcAft>
              <a:buSzPts val="1400"/>
              <a:buChar char="■"/>
            </a:pPr>
            <a:r>
              <a:rPr noProof="1" lang="ja"/>
              <a:t>We would like to discuss how to show the output of OSPOjp activities.</a:t>
            </a:r>
            <a:endParaRPr/>
          </a:p>
          <a:p>
            <a:pPr lvl="1" indent="-317500" rtl="0" marL="914400" algn="l">
              <a:spcBef>
                <a:spcPts val="0"/>
              </a:spcBef>
              <a:spcAft>
                <a:spcPts val="0"/>
              </a:spcAft>
              <a:buSzPts val="1400"/>
              <a:buChar char="○"/>
            </a:pPr>
            <a:r>
              <a:rPr noProof="1" lang="ja"/>
              <a:t>LT competition. </a:t>
            </a:r>
            <a:r>
              <a:rPr noProof="1" lang="ja"/>
              <a:t>We also want Ana to listen.</a:t>
            </a:r>
            <a:endParaRPr/>
          </a:p>
          <a:p>
            <a:pPr lvl="2" indent="-317500" rtl="0" marL="1371600" algn="l">
              <a:spcBef>
                <a:spcPts val="0"/>
              </a:spcBef>
              <a:spcAft>
                <a:spcPts val="0"/>
              </a:spcAft>
              <a:buSzPts val="1400"/>
              <a:buChar char="■"/>
            </a:pPr>
            <a:r>
              <a:rPr noProof="1" lang="ja"/>
              <a:t>The questionnaire is displayed in English and Japanese. </a:t>
            </a:r>
            <a:r>
              <a:rPr noProof="1" lang="ja"/>
              <a:t>It is tallied on the spot and excited.</a:t>
            </a:r>
            <a:endParaRPr/>
          </a:p>
          <a:p>
            <a:pPr lvl="2" indent="-317500" rtl="0" marL="1371600" algn="l">
              <a:spcBef>
                <a:spcPts val="0"/>
              </a:spcBef>
              <a:spcAft>
                <a:spcPts val="0"/>
              </a:spcAft>
              <a:buSzPts val="1400"/>
              <a:buChar char="■"/>
            </a:pPr>
            <a:r>
              <a:rPr noProof="1" lang="ja"/>
              <a:t>If there are people who want to talk, ask them to talk.</a:t>
            </a:r>
            <a:endParaRPr/>
          </a:p>
          <a:p>
            <a:pPr lvl="1" indent="-317500" rtl="0" marL="914400" algn="l">
              <a:spcBef>
                <a:spcPts val="0"/>
              </a:spcBef>
              <a:spcAft>
                <a:spcPts val="0"/>
              </a:spcAft>
              <a:buSzPts val="1400"/>
              <a:buChar char="○"/>
            </a:pPr>
            <a:r>
              <a:rPr noProof="1" lang="ja"/>
              <a:t>OSPO Whatever Consultation Meeting No. 2.</a:t>
            </a:r>
            <a:endParaRPr/>
          </a:p>
          <a:p>
            <a:pPr lvl="1" indent="-317500" rtl="0" marL="914400" algn="l">
              <a:spcBef>
                <a:spcPts val="0"/>
              </a:spcBef>
              <a:spcAft>
                <a:spcPts val="0"/>
              </a:spcAft>
              <a:buSzPts val="1400"/>
              <a:buChar char="○"/>
            </a:pPr>
            <a:r>
              <a:rPr noProof="1" lang="ja"/>
              <a:t>(If only the usual people gather) The usual activities.</a:t>
            </a:r>
            <a:endParaRPr/>
          </a:p>
          <a:p>
            <a:pPr lvl="0" indent="-342900" rtl="0" marL="457200" algn="l">
              <a:spcBef>
                <a:spcPts val="0"/>
              </a:spcBef>
              <a:spcAft>
                <a:spcPts val="0"/>
              </a:spcAft>
              <a:buClr>
                <a:schemeClr val="accent3"/>
              </a:buClr>
              <a:buSzPts val="1800"/>
              <a:buChar char="■"/>
            </a:pPr>
            <a:r>
              <a:t>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72" id="472"/>
        <p:cNvGrpSpPr/>
        <p:nvPr/>
      </p:nvGrpSpPr>
      <p:grpSpPr>
        <a:xfrm>
          <a:off x="0" y="0"/>
          <a:ext cx="0" cy="0"/>
          <a:chOff x="0" y="0"/>
          <a:chExt cx="0" cy="0"/>
        </a:xfrm>
      </p:grpSpPr>
      <p:sp>
        <p:nvSpPr>
          <p:cNvPr name="Google Shape;473;p74" id="47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August Review</a:t>
            </a:r>
            <a:endParaRPr/>
          </a:p>
        </p:txBody>
      </p:sp>
      <p:sp>
        <p:nvSpPr>
          <p:cNvPr name="Google Shape;474;p74" id="47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Let's summarize the weight of OSS activities by field in a table.</a:t>
            </a:r>
            <a:endParaRPr/>
          </a:p>
          <a:p>
            <a:pPr lvl="1" indent="-317500" rtl="0" marL="914400" algn="l">
              <a:spcBef>
                <a:spcPts val="0"/>
              </a:spcBef>
              <a:spcAft>
                <a:spcPts val="0"/>
              </a:spcAft>
              <a:buSzPts val="1400"/>
              <a:buChar char="○"/>
            </a:pPr>
            <a:r>
              <a:rPr noProof="1" lang="ja"/>
              <a:t>Sheet: </a:t>
            </a:r>
            <a:r>
              <a:rPr u="sng" noProof="1" lang="ja">
                <a:solidFill>
                  <a:schemeClr val="hlink"/>
                </a:solidFill>
                <a:hlinkClick r:id="rId3"/>
              </a:rPr>
              <a:t>OSPO Japan Local Meetup - OSS Strategy, Weight Sheet</a:t>
            </a:r>
            <a:endParaRPr/>
          </a:p>
          <a:p>
            <a:pPr lvl="2" indent="-317500" rtl="0" marL="1371600" algn="l">
              <a:spcBef>
                <a:spcPts val="0"/>
              </a:spcBef>
              <a:spcAft>
                <a:spcPts val="0"/>
              </a:spcAft>
              <a:buSzPts val="1400"/>
              <a:buChar char="■"/>
            </a:pPr>
            <a:r>
              <a:rPr noProof="1" lang="ja"/>
              <a:t>*Let's define the license and publish it.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78" id="478"/>
        <p:cNvGrpSpPr/>
        <p:nvPr/>
      </p:nvGrpSpPr>
      <p:grpSpPr>
        <a:xfrm>
          <a:off x="0" y="0"/>
          <a:ext cx="0" cy="0"/>
          <a:chOff x="0" y="0"/>
          <a:chExt cx="0" cy="0"/>
        </a:xfrm>
      </p:grpSpPr>
      <p:sp>
        <p:nvSpPr>
          <p:cNvPr name="Google Shape;479;p75" id="47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Image (priority input is appropriate)</a:t>
            </a:r>
            <a:endParaRPr/>
          </a:p>
        </p:txBody>
      </p:sp>
      <p:pic>
        <p:nvPicPr>
          <p:cNvPr name="Google Shape;480;p75" id="480"/>
          <p:cNvPicPr preferRelativeResize="0"/>
          <p:nvPr/>
        </p:nvPicPr>
        <p:blipFill>
          <a:blip r:embed="rId3">
            <a:alphaModFix/>
          </a:blip>
          <a:stretch>
            <a:fillRect/>
          </a:stretch>
        </p:blipFill>
        <p:spPr>
          <a:xfrm>
            <a:off x="495300" y="1135287"/>
            <a:ext cx="7753351" cy="36013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84" id="484"/>
        <p:cNvGrpSpPr/>
        <p:nvPr/>
      </p:nvGrpSpPr>
      <p:grpSpPr>
        <a:xfrm>
          <a:off x="0" y="0"/>
          <a:ext cx="0" cy="0"/>
          <a:chOff x="0" y="0"/>
          <a:chExt cx="0" cy="0"/>
        </a:xfrm>
      </p:grpSpPr>
      <p:sp>
        <p:nvSpPr>
          <p:cNvPr name="Google Shape;485;p76" id="485"/>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July Review</a:t>
            </a:r>
            <a:endParaRPr/>
          </a:p>
        </p:txBody>
      </p:sp>
      <p:sp>
        <p:nvSpPr>
          <p:cNvPr name="Google Shape;486;p76" id="486"/>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Although the “weights ” are different, there are similarities in activities across fields.</a:t>
            </a:r>
            <a:endParaRPr/>
          </a:p>
          <a:p>
            <a:pPr lvl="1" indent="-317500" rtl="0" marL="914400" algn="l">
              <a:spcBef>
                <a:spcPts val="0"/>
              </a:spcBef>
              <a:spcAft>
                <a:spcPts val="0"/>
              </a:spcAft>
              <a:buSzPts val="1400"/>
              <a:buChar char="○"/>
            </a:pPr>
            <a:r>
              <a:rPr noProof="1" lang="ja"/>
              <a:t>Weight: In ◯◯ fields, sponsorship is more important than patch posting.</a:t>
            </a:r>
            <a:endParaRPr/>
          </a:p>
          <a:p>
            <a:pPr lvl="1" indent="-317500" rtl="0" marL="914400" algn="l">
              <a:spcBef>
                <a:spcPts val="0"/>
              </a:spcBef>
              <a:spcAft>
                <a:spcPts val="0"/>
              </a:spcAft>
              <a:buSzPts val="1400"/>
              <a:buChar char="○"/>
            </a:pPr>
            <a:r>
              <a:rPr noProof="1" lang="ja"/>
              <a:t>It would be interesting to compare weights across fields.</a:t>
            </a:r>
            <a:endParaRPr/>
          </a:p>
          <a:p>
            <a:pPr lvl="1" indent="-317500" rtl="0" marL="914400" algn="l">
              <a:spcBef>
                <a:spcPts val="0"/>
              </a:spcBef>
              <a:spcAft>
                <a:spcPts val="0"/>
              </a:spcAft>
              <a:buSzPts val="1400"/>
              <a:buChar char="○"/>
            </a:pPr>
            <a:r>
              <a:rPr noProof="1" lang="ja"/>
              <a:t>It would be interesting to learn more about why different weights occur.</a:t>
            </a:r>
            <a:endParaRPr/>
          </a:p>
          <a:p>
            <a:pPr lvl="0" indent="-342900" rtl="0" marL="457200" algn="l">
              <a:spcBef>
                <a:spcPts val="0"/>
              </a:spcBef>
              <a:spcAft>
                <a:spcPts val="0"/>
              </a:spcAft>
              <a:buSzPts val="1800"/>
              <a:buChar char="●"/>
            </a:pPr>
            <a:r>
              <a:rPr noProof="1" lang="ja"/>
              <a:t>Reference:</a:t>
            </a:r>
            <a:endParaRPr/>
          </a:p>
          <a:p>
            <a:pPr lvl="1" indent="-317500" rtl="0" marL="914400" algn="l">
              <a:spcBef>
                <a:spcPts val="0"/>
              </a:spcBef>
              <a:spcAft>
                <a:spcPts val="0"/>
              </a:spcAft>
              <a:buSzPts val="1400"/>
              <a:buChar char="○"/>
            </a:pPr>
            <a:r>
              <a:rPr u="sng" noProof="1" lang="ja">
                <a:solidFill>
                  <a:schemeClr val="hlink"/>
                </a:solidFill>
                <a:hlinkClick r:id="rId3"/>
              </a:rPr>
              <a:t>Open Source Program Office</a:t>
            </a:r>
            <a:r>
              <a:rPr noProof="1" lang="ja"/>
              <a:t>; </a:t>
            </a:r>
            <a:r>
              <a:rPr u="sng" noProof="1" lang="ja">
                <a:solidFill>
                  <a:schemeClr val="hlink"/>
                </a:solidFill>
                <a:hlinkClick r:id="rId3"/>
              </a:rPr>
              <a:t>OSPO definition and guide</a:t>
            </a:r>
            <a:r>
              <a:rPr u="sng" lang="ja">
                <a:solidFill>
                  <a:schemeClr val="hlink"/>
                </a:solidFill>
                <a:hlinkClick r:id="rId3"/>
              </a:rPr>
              <a:t> </a:t>
            </a:r>
            <a:br>
              <a:rPr lang="ja"/>
            </a:br>
            <a:r>
              <a:rPr sz="960" noProof="1" lang="ja">
                <a:solidFill>
                  <a:srgbClr val="1F2328"/>
                </a:solidFill>
                <a:highlight>
                  <a:srgbClr val="FFFFFF"/>
                </a:highlight>
                <a:latin typeface="Arial"/>
                <a:ea typeface="Arial"/>
                <a:cs typeface="Arial"/>
                <a:sym typeface="Arial"/>
              </a:rPr>
              <a:t>[WHY] Externally, OSPO serves as an important bridge between organizations and the open source community, helping to ensure that organizations are good stewards of open source software and maximizing the benefits while minimizing the risks of open source adoption.</a:t>
            </a:r>
            <a:r>
              <a:rPr noProof="1" lang="ja"/>
              <a:t> </a:t>
            </a:r>
            <a:r>
              <a:rPr sz="960" noProof="1" lang="ja">
                <a:solidFill>
                  <a:srgbClr val="1F2328"/>
                </a:solidFill>
                <a:highlight>
                  <a:srgbClr val="FFFFFF"/>
                </a:highlight>
                <a:latin typeface="Arial"/>
                <a:ea typeface="Arial"/>
                <a:cs typeface="Arial"/>
                <a:sym typeface="Arial"/>
              </a:rPr>
              <a:t>Internally, ....</a:t>
            </a:r>
            <a:endParaRPr/>
          </a:p>
          <a:p>
            <a:pPr lvl="0" indent="-342900" rtl="0" marL="457200" algn="l">
              <a:spcBef>
                <a:spcPts val="0"/>
              </a:spcBef>
              <a:spcAft>
                <a:spcPts val="0"/>
              </a:spcAft>
              <a:buSzPts val="1800"/>
              <a:buChar char="●"/>
            </a:pPr>
            <a:r>
              <a:t>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90" id="490"/>
        <p:cNvGrpSpPr/>
        <p:nvPr/>
      </p:nvGrpSpPr>
      <p:grpSpPr>
        <a:xfrm>
          <a:off x="0" y="0"/>
          <a:ext cx="0" cy="0"/>
          <a:chOff x="0" y="0"/>
          <a:chExt cx="0" cy="0"/>
        </a:xfrm>
      </p:grpSpPr>
      <p:sp>
        <p:nvSpPr>
          <p:cNvPr name="Google Shape;491;p77" id="491"/>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August Memo</a:t>
            </a:r>
            <a:endParaRPr/>
          </a:p>
        </p:txBody>
      </p:sp>
      <p:sp>
        <p:nvSpPr>
          <p:cNvPr name="Google Shape;492;p77" id="49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Do strategies change due to changes in the positioning of software?</a:t>
            </a:r>
            <a:endParaRPr/>
          </a:p>
          <a:p>
            <a:pPr lvl="1" indent="-317500" rtl="0" marL="914400" algn="l">
              <a:spcBef>
                <a:spcPts val="0"/>
              </a:spcBef>
              <a:spcAft>
                <a:spcPts val="0"/>
              </a:spcAft>
              <a:buSzPts val="1400"/>
              <a:buChar char="○"/>
            </a:pPr>
            <a:r>
              <a:rPr noProof="1" lang="ja"/>
              <a:t>AI examples) codeware, promptware, ..., agentware</a:t>
            </a:r>
            <a:endParaRPr/>
          </a:p>
          <a:p>
            <a:pPr lvl="1" indent="-317500" rtl="0" marL="914400" algn="l">
              <a:spcBef>
                <a:spcPts val="0"/>
              </a:spcBef>
              <a:spcAft>
                <a:spcPts val="0"/>
              </a:spcAft>
              <a:buSzPts val="1400"/>
              <a:buChar char="○"/>
            </a:pPr>
            <a:r>
              <a:rPr u="sng" noProof="1" lang="ja">
                <a:solidFill>
                  <a:schemeClr val="hlink"/>
                </a:solidFill>
                <a:hlinkClick r:id="rId3"/>
              </a:rPr>
              <a:t>https://arxiv.org/pdf/2402.15943</a:t>
            </a:r>
            <a:br>
              <a:rPr lang="ja"/>
            </a:br>
            <a:r>
              <a:rPr noProof="1" lang="ja"/>
              <a:t>I wonder if this kind of movement is emerging as the talk of open sourcing around AI after Sotware2.0. </a:t>
            </a:r>
            <a:r>
              <a:rPr noProof="1" lang="ja"/>
              <a:t>Model Openness Framework</a:t>
            </a:r>
            <a:endParaRPr/>
          </a:p>
          <a:p>
            <a:pPr lvl="2" indent="-317500" rtl="0" marL="1371600" algn="l">
              <a:spcBef>
                <a:spcPts val="0"/>
              </a:spcBef>
              <a:spcAft>
                <a:spcPts val="0"/>
              </a:spcAft>
              <a:buSzPts val="1400"/>
              <a:buChar char="■"/>
            </a:pPr>
            <a:r>
              <a:rPr u="sng" noProof="1" lang="ja">
                <a:solidFill>
                  <a:schemeClr val="hlink"/>
                </a:solidFill>
                <a:hlinkClick r:id="rId4"/>
              </a:rPr>
              <a:t>https://lfaidata.foundation/blog/2024/04/17/introducing-the-model-openness-framework-promoting-completeness-and-openness-for-reproducibility-transparency-and-usability-in-ai/</a:t>
            </a:r>
            <a:endParaRPr/>
          </a:p>
          <a:p>
            <a:pPr lvl="0" indent="-342900" rtl="0" marL="457200" algn="l">
              <a:spcBef>
                <a:spcPts val="0"/>
              </a:spcBef>
              <a:spcAft>
                <a:spcPts val="0"/>
              </a:spcAft>
              <a:buSzPts val="1800"/>
              <a:buChar char="●"/>
            </a:pPr>
            <a:r>
              <a:rPr noProof="1" lang="ja"/>
              <a:t>There are some cases where SIers' activities are limited to using OSS.</a:t>
            </a:r>
            <a:endParaRPr/>
          </a:p>
          <a:p>
            <a:pPr lvl="1" indent="-317500" rtl="0" marL="914400" algn="l">
              <a:spcBef>
                <a:spcPts val="0"/>
              </a:spcBef>
              <a:spcAft>
                <a:spcPts val="0"/>
              </a:spcAft>
              <a:buSzPts val="1400"/>
              <a:buChar char="○"/>
            </a:pPr>
            <a:r>
              <a:rPr noProof="1" lang="ja"/>
              <a:t>It is fine if OSS is sustainable, but it is bad if OSS is actually broken.</a:t>
            </a:r>
            <a:endParaRPr/>
          </a:p>
          <a:p>
            <a:pPr lvl="0" indent="-342900" rtl="0" marL="457200" algn="l">
              <a:spcBef>
                <a:spcPts val="0"/>
              </a:spcBef>
              <a:spcAft>
                <a:spcPts val="0"/>
              </a:spcAft>
              <a:buSzPts val="1800"/>
              <a:buChar char="●"/>
            </a:pPr>
            <a:r>
              <a:rPr noProof="1" lang="ja"/>
              <a:t>Next 9/13</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96" id="496"/>
        <p:cNvGrpSpPr/>
        <p:nvPr/>
      </p:nvGrpSpPr>
      <p:grpSpPr>
        <a:xfrm>
          <a:off x="0" y="0"/>
          <a:ext cx="0" cy="0"/>
          <a:chOff x="0" y="0"/>
          <a:chExt cx="0" cy="0"/>
        </a:xfrm>
      </p:grpSpPr>
      <p:sp>
        <p:nvSpPr>
          <p:cNvPr name="Google Shape;497;p78" id="497"/>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September Memo</a:t>
            </a:r>
            <a:endParaRPr/>
          </a:p>
        </p:txBody>
      </p:sp>
      <p:sp>
        <p:nvSpPr>
          <p:cNvPr name="Google Shape;498;p78" id="49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I filled in the table.</a:t>
            </a:r>
            <a:endParaRPr/>
          </a:p>
          <a:p>
            <a:pPr lvl="1" indent="-317500" rtl="0" marL="914400" algn="l">
              <a:spcBef>
                <a:spcPts val="0"/>
              </a:spcBef>
              <a:spcAft>
                <a:spcPts val="0"/>
              </a:spcAft>
              <a:buSzPts val="1400"/>
              <a:buChar char="○"/>
            </a:pPr>
            <a:r>
              <a:rPr noProof="1" lang="ja"/>
              <a:t>Each business line has a different approach to OSS, so I cannot say that the company is like this.</a:t>
            </a:r>
            <a:endParaRPr/>
          </a:p>
          <a:p>
            <a:pPr lvl="0" indent="-342900" rtl="0" marL="457200" algn="l">
              <a:spcBef>
                <a:spcPts val="0"/>
              </a:spcBef>
              <a:spcAft>
                <a:spcPts val="0"/>
              </a:spcAft>
              <a:buSzPts val="1800"/>
              <a:buFont typeface="Open Sans"/>
              <a:buChar char="●"/>
            </a:pPr>
            <a:r>
              <a:rPr b="1" noProof="1" lang="ja">
                <a:latin typeface="Open Sans"/>
                <a:ea typeface="Open Sans"/>
                <a:cs typeface="Open Sans"/>
                <a:sym typeface="Open Sans"/>
              </a:rPr>
              <a:t>While filling in the table, it is worthwhile to discuss where you are hesitant.</a:t>
            </a:r>
            <a:endParaRPr b="1">
              <a:latin typeface="Open Sans"/>
              <a:ea typeface="Open Sans"/>
              <a:cs typeface="Open Sans"/>
              <a:sym typeface="Open Sans"/>
            </a:endParaRPr>
          </a:p>
          <a:p>
            <a:pPr lvl="1" indent="-317500" rtl="0" marL="914400" algn="l">
              <a:spcBef>
                <a:spcPts val="0"/>
              </a:spcBef>
              <a:spcAft>
                <a:spcPts val="0"/>
              </a:spcAft>
              <a:buSzPts val="1400"/>
              <a:buChar char="○"/>
            </a:pPr>
            <a:r>
              <a:rPr noProof="1" lang="ja"/>
              <a:t>The contribution to OSS changes depending on whether it is related to your own business.</a:t>
            </a:r>
            <a:endParaRPr/>
          </a:p>
          <a:p>
            <a:pPr lvl="1" indent="-317500" rtl="0" marL="914400" algn="l">
              <a:spcBef>
                <a:spcPts val="0"/>
              </a:spcBef>
              <a:spcAft>
                <a:spcPts val="0"/>
              </a:spcAft>
              <a:buSzPts val="1400"/>
              <a:buChar char="○"/>
            </a:pPr>
            <a:r>
              <a:rPr noProof="1" lang="ja"/>
              <a:t>For example, the importance of pytorch differs between companies that value it and those that do not.</a:t>
            </a:r>
            <a:endParaRPr/>
          </a:p>
          <a:p>
            <a:pPr lvl="0" indent="-342900" rtl="0" marL="457200" algn="l">
              <a:spcBef>
                <a:spcPts val="0"/>
              </a:spcBef>
              <a:spcAft>
                <a:spcPts val="0"/>
              </a:spcAft>
              <a:buSzPts val="1800"/>
              <a:buChar char="●"/>
            </a:pPr>
            <a:r>
              <a:rPr noProof="1" lang="ja"/>
              <a:t>Comment</a:t>
            </a:r>
            <a:endParaRPr/>
          </a:p>
          <a:p>
            <a:pPr lvl="1" indent="-317500" rtl="0" marL="914400" algn="l">
              <a:spcBef>
                <a:spcPts val="0"/>
              </a:spcBef>
              <a:spcAft>
                <a:spcPts val="0"/>
              </a:spcAft>
              <a:buSzPts val="1400"/>
              <a:buChar char="○"/>
            </a:pPr>
            <a:r>
              <a:rPr noProof="1" lang="ja"/>
              <a:t>Does it change if you set the aim of the persona company?</a:t>
            </a:r>
            <a:br>
              <a:rPr lang="ja"/>
            </a:br>
            <a:r>
              <a:rPr noProof="1" lang="ja"/>
              <a:t>I thought it would be easier to understand if you make specific OSS utilization strategies.</a:t>
            </a:r>
            <a:endParaRPr/>
          </a:p>
          <a:p>
            <a:pPr lvl="1" indent="-317500" rtl="0" marL="914400" algn="l">
              <a:spcBef>
                <a:spcPts val="0"/>
              </a:spcBef>
              <a:spcAft>
                <a:spcPts val="0"/>
              </a:spcAft>
              <a:buSzPts val="1400"/>
              <a:buChar char="○"/>
            </a:pPr>
            <a:r>
              <a:rPr noProof="1" lang="ja"/>
              <a:t>You separated it as a persona company, but should you separate it as a persona business?</a:t>
            </a:r>
            <a:endParaRPr/>
          </a:p>
          <a:p>
            <a:pPr lvl="1" indent="-317500" rtl="0" marL="914400" algn="l">
              <a:spcBef>
                <a:spcPts val="0"/>
              </a:spcBef>
              <a:spcAft>
                <a:spcPts val="0"/>
              </a:spcAft>
              <a:buClr>
                <a:schemeClr val="accent2"/>
              </a:buClr>
              <a:buSzPts val="1400"/>
              <a:buChar char="○"/>
            </a:pPr>
            <a:r>
              <a:rPr noProof="1" lang="ja">
                <a:solidFill>
                  <a:schemeClr val="accent2"/>
                </a:solidFill>
              </a:rPr>
              <a:t>Does "community development" change when classified into communities? </a:t>
            </a:r>
            <a:r>
              <a:rPr noProof="1" lang="ja">
                <a:solidFill>
                  <a:schemeClr val="accent2"/>
                </a:solidFill>
              </a:rPr>
              <a:t>-- &gt; Next month: Discussion on how to divide and fill in to make sure</a:t>
            </a:r>
            <a:endParaRPr>
              <a:solidFill>
                <a:schemeClr val="accent2"/>
              </a:solidFill>
            </a:endParaRPr>
          </a:p>
          <a:p>
            <a:pPr lvl="2" indent="-317500" rtl="0" marL="1371600" algn="l">
              <a:spcBef>
                <a:spcPts val="0"/>
              </a:spcBef>
              <a:spcAft>
                <a:spcPts val="0"/>
              </a:spcAft>
              <a:buClr>
                <a:schemeClr val="accent2"/>
              </a:buClr>
              <a:buSzPts val="1400"/>
              <a:buChar char="■"/>
            </a:pPr>
            <a:r>
              <a:rPr noProof="1" lang="ja">
                <a:solidFill>
                  <a:schemeClr val="accent2"/>
                </a:solidFill>
              </a:rPr>
              <a:t>AI community, Linux community, Cloud community</a:t>
            </a:r>
            <a:endParaRPr>
              <a:solidFill>
                <a:schemeClr val="accent2"/>
              </a:solidFill>
            </a:endParaRPr>
          </a:p>
          <a:p>
            <a:pPr lvl="2" indent="-317500" rtl="0" marL="1371600" algn="l">
              <a:spcBef>
                <a:spcPts val="0"/>
              </a:spcBef>
              <a:spcAft>
                <a:spcPts val="0"/>
              </a:spcAft>
              <a:buClr>
                <a:schemeClr val="accent2"/>
              </a:buClr>
              <a:buSzPts val="1400"/>
              <a:buChar char="■"/>
            </a:pPr>
            <a:r>
              <a:rPr noProof="1" lang="ja">
                <a:solidFill>
                  <a:schemeClr val="accent2"/>
                </a:solidFill>
              </a:rPr>
              <a:t>Communities like OpenChain</a:t>
            </a:r>
            <a:endParaRPr>
              <a:solidFill>
                <a:schemeClr val="accent2"/>
              </a:solidFill>
            </a:endParaRPr>
          </a:p>
          <a:p>
            <a:pPr lvl="0" indent="-342900" rtl="0" marL="457200" algn="l">
              <a:spcBef>
                <a:spcPts val="0"/>
              </a:spcBef>
              <a:spcAft>
                <a:spcPts val="0"/>
              </a:spcAft>
              <a:buClr>
                <a:schemeClr val="dk1"/>
              </a:buClr>
              <a:buSzPts val="1800"/>
              <a:buChar char="●"/>
            </a:pPr>
            <a:r>
              <a:rPr noProof="1" lang="ja">
                <a:solidFill>
                  <a:schemeClr val="dk1"/>
                </a:solidFill>
              </a:rPr>
              <a:t>Next time: 10/18 OSPOjp.</a:t>
            </a:r>
            <a:endParaRPr>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502" id="502"/>
        <p:cNvGrpSpPr/>
        <p:nvPr/>
      </p:nvGrpSpPr>
      <p:grpSpPr>
        <a:xfrm>
          <a:off x="0" y="0"/>
          <a:ext cx="0" cy="0"/>
          <a:chOff x="0" y="0"/>
          <a:chExt cx="0" cy="0"/>
        </a:xfrm>
      </p:grpSpPr>
      <p:sp>
        <p:nvSpPr>
          <p:cNvPr name="Google Shape;503;p79" id="503"/>
          <p:cNvSpPr txBox="1"/>
          <p:nvPr>
            <p:ph type="ctrTitle"/>
          </p:nvPr>
        </p:nvSpPr>
        <p:spPr>
          <a:xfrm>
            <a:off x="2943050" y="1444250"/>
            <a:ext cx="3258000" cy="1537200"/>
          </a:xfrm>
          <a:prstGeom prst="rect">
            <a:avLst/>
          </a:prstGeom>
        </p:spPr>
        <p:txBody>
          <a:bodyPr lIns="91425" bIns="91425" anchor="b" rIns="91425" anchorCtr="0" wrap="square" spcFirstLastPara="1" tIns="91425">
            <a:normAutofit fontScale="90000"/>
          </a:bodyPr>
          <a:lstStyle/>
          <a:p>
            <a:pPr lvl="0" indent="0" rtl="0" marL="0" algn="ctr">
              <a:spcBef>
                <a:spcPts val="0"/>
              </a:spcBef>
              <a:spcAft>
                <a:spcPts val="0"/>
              </a:spcAft>
              <a:buNone/>
            </a:pPr>
            <a:r>
              <a:rPr noProof="1" lang="ja"/>
              <a:t>Current</a:t>
            </a:r>
            <a:br>
              <a:rPr lang="ja"/>
            </a:br>
            <a:r>
              <a:rPr noProof="1" lang="ja"/>
              <a:t>Discussion Topics</a:t>
            </a:r>
            <a:endParaRPr/>
          </a:p>
        </p:txBody>
      </p:sp>
      <p:sp>
        <p:nvSpPr>
          <p:cNvPr name="Google Shape;504;p79" id="504"/>
          <p:cNvSpPr txBox="1"/>
          <p:nvPr>
            <p:ph idx="1" type="subTitle"/>
          </p:nvPr>
        </p:nvSpPr>
        <p:spPr>
          <a:xfrm>
            <a:off x="3044700" y="3116580"/>
            <a:ext cx="3054600" cy="701400"/>
          </a:xfrm>
          <a:prstGeom prst="rect">
            <a:avLst/>
          </a:prstGeom>
        </p:spPr>
        <p:txBody>
          <a:bodyPr lIns="91425" bIns="91425" anchor="t" rIns="91425" anchorCtr="0" wrap="square" spcFirstLastPara="1" tIns="91425">
            <a:normAutofit/>
          </a:bodyPr>
          <a:lstStyle/>
          <a:p>
            <a:pPr lvl="0" indent="0" rtl="0" marL="0" algn="ctr">
              <a:spcBef>
                <a:spcPts val="0"/>
              </a:spcBef>
              <a:spcAft>
                <a:spcPts val="0"/>
              </a:spcAft>
              <a:buNone/>
            </a:pPr>
            <a:r>
              <a:t>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508" id="508"/>
        <p:cNvGrpSpPr/>
        <p:nvPr/>
      </p:nvGrpSpPr>
      <p:grpSpPr>
        <a:xfrm>
          <a:off x="0" y="0"/>
          <a:ext cx="0" cy="0"/>
          <a:chOff x="0" y="0"/>
          <a:chExt cx="0" cy="0"/>
        </a:xfrm>
      </p:grpSpPr>
      <p:sp>
        <p:nvSpPr>
          <p:cNvPr name="Google Shape;509;p80" id="50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OSPO Adoption Strategy and OSS Strategy</a:t>
            </a:r>
            <a:endParaRPr/>
          </a:p>
        </p:txBody>
      </p:sp>
      <p:sp>
        <p:nvSpPr>
          <p:cNvPr name="Google Shape;510;p80" id="510"/>
          <p:cNvSpPr txBox="1"/>
          <p:nvPr>
            <p:ph idx="1" type="body"/>
          </p:nvPr>
        </p:nvSpPr>
        <p:spPr>
          <a:xfrm>
            <a:off x="311700" y="1152475"/>
            <a:ext cx="4790400" cy="3416400"/>
          </a:xfrm>
          <a:prstGeom prst="rect">
            <a:avLst/>
          </a:prstGeom>
          <a:ln cmpd="sng" cap="flat" w="9525">
            <a:solidFill>
              <a:schemeClr val="lt2"/>
            </a:solidFill>
            <a:prstDash val="solid"/>
            <a:round/>
            <a:headEnd len="sm" w="sm" type="none"/>
            <a:tailEnd len="sm" w="sm" type="none"/>
          </a:ln>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Recognize OSS that is important to your business</a:t>
            </a:r>
            <a:endParaRPr/>
          </a:p>
          <a:p>
            <a:pPr lvl="0" indent="-342900" rtl="0" marL="457200" algn="l">
              <a:spcBef>
                <a:spcPts val="0"/>
              </a:spcBef>
              <a:spcAft>
                <a:spcPts val="0"/>
              </a:spcAft>
              <a:buSzPts val="1800"/>
              <a:buAutoNum type="arabicPeriod"/>
            </a:pPr>
            <a:r>
              <a:rPr noProof="1" lang="ja"/>
              <a:t>How to get involved</a:t>
            </a:r>
            <a:endParaRPr/>
          </a:p>
          <a:p>
            <a:pPr lvl="1" indent="-317500" rtl="0" marL="914400" algn="l">
              <a:spcBef>
                <a:spcPts val="0"/>
              </a:spcBef>
              <a:spcAft>
                <a:spcPts val="0"/>
              </a:spcAft>
              <a:buSzPts val="1400"/>
              <a:buAutoNum type="alphaLcPeriod"/>
            </a:pPr>
            <a:r>
              <a:rPr noProof="1" lang="ja"/>
              <a:t>Contribution</a:t>
            </a:r>
            <a:endParaRPr/>
          </a:p>
          <a:p>
            <a:pPr lvl="1" indent="-317500" rtl="0" marL="914400" algn="l">
              <a:spcBef>
                <a:spcPts val="0"/>
              </a:spcBef>
              <a:spcAft>
                <a:spcPts val="0"/>
              </a:spcAft>
              <a:buSzPts val="1400"/>
              <a:buAutoNum type="alphaLcPeriod"/>
            </a:pPr>
            <a:r>
              <a:rPr noProof="1" lang="ja"/>
              <a:t>Foundation Sponsor</a:t>
            </a:r>
            <a:endParaRPr/>
          </a:p>
          <a:p>
            <a:pPr lvl="1" indent="-317500" rtl="0" marL="914400" algn="l">
              <a:spcBef>
                <a:spcPts val="0"/>
              </a:spcBef>
              <a:spcAft>
                <a:spcPts val="0"/>
              </a:spcAft>
              <a:buSzPts val="1400"/>
              <a:buAutoNum type="alphaLcPeriod"/>
            </a:pPr>
            <a:r>
              <a:rPr noProof="1" lang="ja"/>
              <a:t>Maintainer ・・・</a:t>
            </a:r>
            <a:endParaRPr/>
          </a:p>
          <a:p>
            <a:pPr lvl="0" indent="-342900" rtl="0" marL="457200" algn="l">
              <a:spcBef>
                <a:spcPts val="0"/>
              </a:spcBef>
              <a:spcAft>
                <a:spcPts val="0"/>
              </a:spcAft>
              <a:buSzPts val="1800"/>
              <a:buAutoNum type="arabicPeriod"/>
            </a:pPr>
            <a:r>
              <a:rPr noProof="1" lang="ja"/>
              <a:t>What should we do within the company to get involved?</a:t>
            </a:r>
            <a:endParaRPr/>
          </a:p>
          <a:p>
            <a:pPr lvl="1" indent="-317500" rtl="0" marL="914400" algn="l">
              <a:spcBef>
                <a:spcPts val="0"/>
              </a:spcBef>
              <a:spcAft>
                <a:spcPts val="0"/>
              </a:spcAft>
              <a:buSzPts val="1400"/>
              <a:buAutoNum type="alphaLcPeriod"/>
            </a:pPr>
            <a:r>
              <a:rPr noProof="1" lang="ja"/>
              <a:t>Rules and Processes</a:t>
            </a:r>
            <a:endParaRPr/>
          </a:p>
          <a:p>
            <a:pPr lvl="1" indent="-317500" rtl="0" marL="914400" algn="l">
              <a:spcBef>
                <a:spcPts val="0"/>
              </a:spcBef>
              <a:spcAft>
                <a:spcPts val="0"/>
              </a:spcAft>
              <a:buSzPts val="1400"/>
              <a:buAutoNum type="alphaLcPeriod"/>
            </a:pPr>
            <a:r>
              <a:rPr noProof="1" lang="ja"/>
              <a:t>KPI</a:t>
            </a:r>
            <a:endParaRPr/>
          </a:p>
          <a:p>
            <a:pPr lvl="1" indent="-317500" rtl="0" marL="914400" algn="l">
              <a:spcBef>
                <a:spcPts val="0"/>
              </a:spcBef>
              <a:spcAft>
                <a:spcPts val="0"/>
              </a:spcAft>
              <a:buSzPts val="1400"/>
              <a:buAutoNum type="alphaLcPeriod"/>
            </a:pPr>
            <a:r>
              <a:rPr noProof="1" lang="ja"/>
              <a:t>Organization, Internal Structure, Internal Collaboration</a:t>
            </a:r>
            <a:endParaRPr/>
          </a:p>
          <a:p>
            <a:pPr lvl="1" indent="-317500" rtl="0" marL="914400" algn="l">
              <a:spcBef>
                <a:spcPts val="0"/>
              </a:spcBef>
              <a:spcAft>
                <a:spcPts val="0"/>
              </a:spcAft>
              <a:buSzPts val="1400"/>
              <a:buAutoNum type="alphaLcPeriod"/>
            </a:pPr>
            <a:r>
              <a:rPr noProof="1" lang="ja"/>
              <a:t>Compliance</a:t>
            </a:r>
            <a:endParaRPr/>
          </a:p>
          <a:p>
            <a:pPr lvl="0" indent="-342900" rtl="0" marL="457200" algn="l">
              <a:spcBef>
                <a:spcPts val="0"/>
              </a:spcBef>
              <a:spcAft>
                <a:spcPts val="0"/>
              </a:spcAft>
              <a:buSzPts val="1800"/>
              <a:buAutoNum type="arabicPeriod"/>
            </a:pPr>
            <a:r>
              <a:rPr noProof="1" lang="ja"/>
              <a:t>What do we need OSPO to do?</a:t>
            </a:r>
            <a:endParaRPr/>
          </a:p>
        </p:txBody>
      </p:sp>
      <p:sp>
        <p:nvSpPr>
          <p:cNvPr name="Google Shape;511;p80" id="511"/>
          <p:cNvSpPr txBox="1"/>
          <p:nvPr>
            <p:ph idx="1" type="body"/>
          </p:nvPr>
        </p:nvSpPr>
        <p:spPr>
          <a:xfrm>
            <a:off x="5211300" y="1152475"/>
            <a:ext cx="3474000" cy="1947000"/>
          </a:xfrm>
          <a:prstGeom prst="rect">
            <a:avLst/>
          </a:prstGeom>
          <a:ln cmpd="sng" cap="flat" w="38100">
            <a:solidFill>
              <a:schemeClr val="accent3"/>
            </a:solidFill>
            <a:prstDash val="solid"/>
            <a:round/>
            <a:headEnd len="sm" w="sm" type="none"/>
            <a:tailEnd len="sm" w="sm" type="none"/>
          </a:ln>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Should we discuss OSS strategy with products and services?</a:t>
            </a:r>
            <a:endParaRPr/>
          </a:p>
          <a:p>
            <a:pPr lvl="1" indent="-317500" rtl="0" marL="914400" algn="l">
              <a:spcBef>
                <a:spcPts val="0"/>
              </a:spcBef>
              <a:spcAft>
                <a:spcPts val="0"/>
              </a:spcAft>
              <a:buSzPts val="1400"/>
              <a:buAutoNum type="alphaLcPeriod"/>
            </a:pPr>
            <a:r>
              <a:rPr noProof="1" lang="ja"/>
              <a:t>How do we summarize OSS strategy next time?</a:t>
            </a:r>
            <a:endParaRPr/>
          </a:p>
          <a:p>
            <a:pPr lvl="1" indent="-317500" rtl="0" marL="914400" algn="l">
              <a:spcBef>
                <a:spcPts val="0"/>
              </a:spcBef>
              <a:spcAft>
                <a:spcPts val="0"/>
              </a:spcAft>
              <a:buSzPts val="1400"/>
              <a:buAutoNum type="alphaLcPeriod"/>
            </a:pPr>
            <a:r>
              <a:rPr noProof="1" lang="ja"/>
              <a:t>We will recommend OSPO strategy in QA.</a:t>
            </a:r>
            <a:endParaRPr/>
          </a:p>
        </p:txBody>
      </p:sp>
      <p:sp>
        <p:nvSpPr>
          <p:cNvPr name="Google Shape;512;p80" id="512"/>
          <p:cNvSpPr txBox="1"/>
          <p:nvPr/>
        </p:nvSpPr>
        <p:spPr>
          <a:xfrm>
            <a:off x="5201850" y="3615925"/>
            <a:ext cx="3724800" cy="953100"/>
          </a:xfrm>
          <a:prstGeom prst="rect">
            <a:avLst/>
          </a:prstGeom>
          <a:noFill/>
          <a:ln>
            <a:noFill/>
          </a:ln>
        </p:spPr>
        <p:txBody>
          <a:bodyPr lIns="91425" bIns="91425" anchor="t" rIns="91425" anchorCtr="0" wrap="square" spcFirstLastPara="1" tIns="91425">
            <a:noAutofit/>
          </a:bodyPr>
          <a:lstStyle/>
          <a:p>
            <a:pPr lvl="0" indent="0" rtl="0" marL="0" algn="l">
              <a:spcBef>
                <a:spcPts val="0"/>
              </a:spcBef>
              <a:spcAft>
                <a:spcPts val="0"/>
              </a:spcAft>
              <a:buNone/>
            </a:pPr>
            <a:r>
              <a:rPr sz="1440" noProof="1" lang="ja">
                <a:solidFill>
                  <a:schemeClr val="dk1"/>
                </a:solidFill>
                <a:latin typeface="Open Sans"/>
                <a:ea typeface="Open Sans"/>
                <a:cs typeface="Open Sans"/>
                <a:sym typeface="Open Sans"/>
              </a:rPr>
              <a:t>We will discuss the issues of OSS strategy.</a:t>
            </a:r>
            <a:br>
              <a:rPr sz="1440" lang="ja">
                <a:solidFill>
                  <a:schemeClr val="dk1"/>
                </a:solidFill>
                <a:latin typeface="Open Sans"/>
                <a:ea typeface="Open Sans"/>
                <a:cs typeface="Open Sans"/>
                <a:sym typeface="Open Sans"/>
              </a:rPr>
            </a:br>
            <a:r>
              <a:rPr sz="1440" noProof="1" lang="ja">
                <a:solidFill>
                  <a:schemeClr val="dk1"/>
                </a:solidFill>
                <a:latin typeface="Open Sans"/>
                <a:ea typeface="Open Sans"/>
                <a:cs typeface="Open Sans"/>
                <a:sym typeface="Open Sans"/>
              </a:rPr>
              <a:t>The issues of OSPO organization establishment and activities</a:t>
            </a:r>
            <a:br>
              <a:rPr sz="1440" lang="ja">
                <a:solidFill>
                  <a:schemeClr val="dk1"/>
                </a:solidFill>
                <a:latin typeface="Open Sans"/>
                <a:ea typeface="Open Sans"/>
                <a:cs typeface="Open Sans"/>
                <a:sym typeface="Open Sans"/>
              </a:rPr>
            </a:br>
            <a:r>
              <a:rPr sz="1440" noProof="1" lang="ja">
                <a:solidFill>
                  <a:schemeClr val="dk1"/>
                </a:solidFill>
                <a:latin typeface="Open Sans"/>
                <a:ea typeface="Open Sans"/>
                <a:cs typeface="Open Sans"/>
                <a:sym typeface="Open Sans"/>
              </a:rPr>
              <a:t>We will not discuss (for now)</a:t>
            </a:r>
            <a:endParaRPr sz="1440">
              <a:solidFill>
                <a:schemeClr val="dk1"/>
              </a:solidFill>
              <a:latin typeface="Open Sans"/>
              <a:ea typeface="Open Sans"/>
              <a:cs typeface="Open Sans"/>
              <a:sym typeface="Open Sans"/>
            </a:endParaRPr>
          </a:p>
        </p:txBody>
      </p:sp>
      <p:sp>
        <p:nvSpPr>
          <p:cNvPr name="Google Shape;513;p80" id="513"/>
          <p:cNvSpPr txBox="1"/>
          <p:nvPr/>
        </p:nvSpPr>
        <p:spPr>
          <a:xfrm>
            <a:off x="6871950" y="794340"/>
            <a:ext cx="2054700" cy="400200"/>
          </a:xfrm>
          <a:prstGeom prst="rect">
            <a:avLst/>
          </a:prstGeom>
          <a:noFill/>
          <a:ln>
            <a:noFill/>
          </a:ln>
        </p:spPr>
        <p:txBody>
          <a:bodyPr lIns="91425" bIns="91425" anchor="t" rIns="91425" anchorCtr="0" wrap="square" spcFirstLastPara="1" tIns="91425">
            <a:spAutoFit/>
          </a:bodyPr>
          <a:lstStyle/>
          <a:p>
            <a:pPr lvl="0" indent="0" rtl="0" marL="0" algn="l">
              <a:spcBef>
                <a:spcPts val="0"/>
              </a:spcBef>
              <a:spcAft>
                <a:spcPts val="0"/>
              </a:spcAft>
              <a:buNone/>
            </a:pPr>
            <a:r>
              <a:rPr noProof="1" lang="ja">
                <a:solidFill>
                  <a:schemeClr val="accent3"/>
                </a:solidFill>
              </a:rPr>
              <a:t>We will discuss this.</a:t>
            </a:r>
            <a:endParaRPr>
              <a:solidFill>
                <a:schemeClr val="accent3"/>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517" id="517"/>
        <p:cNvGrpSpPr/>
        <p:nvPr/>
      </p:nvGrpSpPr>
      <p:grpSpPr>
        <a:xfrm>
          <a:off x="0" y="0"/>
          <a:ext cx="0" cy="0"/>
          <a:chOff x="0" y="0"/>
          <a:chExt cx="0" cy="0"/>
        </a:xfrm>
      </p:grpSpPr>
      <p:sp>
        <p:nvSpPr>
          <p:cNvPr name="Google Shape;518;p81" id="518"/>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How to summarize the results</a:t>
            </a:r>
            <a:endParaRPr/>
          </a:p>
        </p:txBody>
      </p:sp>
      <p:sp>
        <p:nvSpPr>
          <p:cNvPr name="Google Shape;519;p81" id="519"/>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Create a slide from a </a:t>
            </a:r>
            <a:r>
              <a:rPr u="sng" noProof="1" lang="ja">
                <a:solidFill>
                  <a:schemeClr val="hlink"/>
                </a:solidFill>
                <a:hlinkClick r:id="rId3"/>
              </a:rPr>
              <a:t>spreadsheet</a:t>
            </a:r>
            <a:endParaRPr/>
          </a:p>
          <a:p>
            <a:pPr lvl="0" indent="-342900" rtl="0" marL="457200" algn="l">
              <a:spcBef>
                <a:spcPts val="0"/>
              </a:spcBef>
              <a:spcAft>
                <a:spcPts val="0"/>
              </a:spcAft>
              <a:buSzPts val="1800"/>
              <a:buChar char="●"/>
            </a:pPr>
            <a:r>
              <a:rPr noProof="1" lang="ja"/>
              <a:t>I made it easily</a:t>
            </a:r>
            <a:endParaRPr/>
          </a:p>
          <a:p>
            <a:pPr lvl="0" indent="-342900" rtl="0" marL="457200" algn="l">
              <a:spcBef>
                <a:spcPts val="0"/>
              </a:spcBef>
              <a:spcAft>
                <a:spcPts val="0"/>
              </a:spcAft>
              <a:buSzPts val="1800"/>
              <a:buChar char="●"/>
            </a:pPr>
            <a:r>
              <a:rPr noProof="1" lang="ja"/>
              <a:t>I want to brush it up</a:t>
            </a:r>
            <a:endParaRPr/>
          </a:p>
        </p:txBody>
      </p:sp>
      <p:sp>
        <p:nvSpPr>
          <p:cNvPr name="Google Shape;520;p81" id="520"/>
          <p:cNvSpPr/>
          <p:nvPr/>
        </p:nvSpPr>
        <p:spPr>
          <a:xfrm>
            <a:off x="4540050" y="286290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521;p81" id="521"/>
          <p:cNvSpPr/>
          <p:nvPr/>
        </p:nvSpPr>
        <p:spPr>
          <a:xfrm>
            <a:off x="8051100" y="3611150"/>
            <a:ext cx="1092900" cy="1092900"/>
          </a:xfrm>
          <a:prstGeom prst="ellipse">
            <a:avLst/>
          </a:prstGeom>
          <a:solidFill>
            <a:schemeClr val="accent3"/>
          </a:solid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OSS</a:t>
            </a:r>
            <a:endParaRPr>
              <a:latin typeface="Open Sans"/>
              <a:ea typeface="Open Sans"/>
              <a:cs typeface="Open Sans"/>
              <a:sym typeface="Open Sans"/>
            </a:endParaRPr>
          </a:p>
        </p:txBody>
      </p:sp>
      <p:sp>
        <p:nvSpPr>
          <p:cNvPr name="Google Shape;522;p81" id="522"/>
          <p:cNvSpPr/>
          <p:nvPr/>
        </p:nvSpPr>
        <p:spPr>
          <a:xfrm>
            <a:off x="6072400" y="286290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br>
              <a:rPr lang="ja">
                <a:latin typeface="Open Sans"/>
                <a:ea typeface="Open Sans"/>
                <a:cs typeface="Open Sans"/>
                <a:sym typeface="Open Sans"/>
              </a:rPr>
            </a:br>
            <a:r>
              <a:rPr noProof="1" lang="ja">
                <a:latin typeface="Open Sans"/>
                <a:ea typeface="Open Sans"/>
                <a:cs typeface="Open Sans"/>
                <a:sym typeface="Open Sans"/>
              </a:rPr>
              <a:t>Primary</a:t>
            </a:r>
            <a:endParaRPr>
              <a:latin typeface="Open Sans"/>
              <a:ea typeface="Open Sans"/>
              <a:cs typeface="Open Sans"/>
              <a:sym typeface="Open Sans"/>
            </a:endParaRPr>
          </a:p>
        </p:txBody>
      </p:sp>
      <p:sp>
        <p:nvSpPr>
          <p:cNvPr name="Google Shape;523;p81" id="523"/>
          <p:cNvSpPr/>
          <p:nvPr/>
        </p:nvSpPr>
        <p:spPr>
          <a:xfrm>
            <a:off x="2746350" y="286290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Tertiary</a:t>
            </a:r>
            <a:endParaRPr>
              <a:latin typeface="Open Sans"/>
              <a:ea typeface="Open Sans"/>
              <a:cs typeface="Open Sans"/>
              <a:sym typeface="Open Sans"/>
            </a:endParaRPr>
          </a:p>
        </p:txBody>
      </p:sp>
      <p:sp>
        <p:nvSpPr>
          <p:cNvPr name="Google Shape;524;p81" id="524"/>
          <p:cNvSpPr/>
          <p:nvPr/>
        </p:nvSpPr>
        <p:spPr>
          <a:xfrm>
            <a:off x="5157750" y="1176125"/>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525;p81" id="525"/>
          <p:cNvSpPr/>
          <p:nvPr/>
        </p:nvSpPr>
        <p:spPr>
          <a:xfrm>
            <a:off x="6336400" y="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Tertiary</a:t>
            </a: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